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12" r:id="rId2"/>
    <p:sldId id="314" r:id="rId3"/>
    <p:sldId id="331" r:id="rId4"/>
    <p:sldId id="340" r:id="rId5"/>
    <p:sldId id="413" r:id="rId6"/>
    <p:sldId id="436" r:id="rId7"/>
    <p:sldId id="437" r:id="rId8"/>
    <p:sldId id="438" r:id="rId9"/>
    <p:sldId id="439" r:id="rId10"/>
    <p:sldId id="440" r:id="rId11"/>
    <p:sldId id="441" r:id="rId12"/>
    <p:sldId id="442" r:id="rId13"/>
    <p:sldId id="443" r:id="rId14"/>
    <p:sldId id="444" r:id="rId15"/>
    <p:sldId id="445" r:id="rId16"/>
    <p:sldId id="446" r:id="rId17"/>
    <p:sldId id="447" r:id="rId18"/>
    <p:sldId id="448" r:id="rId19"/>
    <p:sldId id="450" r:id="rId20"/>
    <p:sldId id="452" r:id="rId21"/>
    <p:sldId id="453" r:id="rId22"/>
    <p:sldId id="454" r:id="rId23"/>
    <p:sldId id="455" r:id="rId24"/>
    <p:sldId id="456" r:id="rId25"/>
    <p:sldId id="459" r:id="rId26"/>
    <p:sldId id="457" r:id="rId27"/>
    <p:sldId id="460" r:id="rId28"/>
    <p:sldId id="458" r:id="rId29"/>
    <p:sldId id="265" r:id="rId30"/>
  </p:sldIdLst>
  <p:sldSz cx="12192000" cy="6858000"/>
  <p:notesSz cx="9926638" cy="679767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ärken - Schwächen" id="{2E6FAC96-A01E-D341-AA96-1A17CA8006F5}">
          <p14:sldIdLst>
            <p14:sldId id="412"/>
            <p14:sldId id="314"/>
            <p14:sldId id="331"/>
            <p14:sldId id="340"/>
            <p14:sldId id="413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50"/>
            <p14:sldId id="452"/>
            <p14:sldId id="453"/>
            <p14:sldId id="454"/>
            <p14:sldId id="455"/>
            <p14:sldId id="456"/>
            <p14:sldId id="459"/>
            <p14:sldId id="457"/>
            <p14:sldId id="460"/>
            <p14:sldId id="458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539A88-1890-5CED-5182-2F0C7FEBAE29}" name="Dragana Gojevic" initials="DG" userId="S::Dragana.Gojevic@directmind.at::0b3d2616-3c0d-4cf4-a982-c80ac960d731" providerId="AD"/>
  <p188:author id="{B92A7FBE-5F4E-588C-36F3-ED1CC5007817}" name="Brühl Jörg" initials="BJ" userId="S-1-5-21-963480820-1253264286-2164940291-362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zabó Virág" initials="SV" lastIdx="6" clrIdx="0">
    <p:extLst>
      <p:ext uri="{19B8F6BF-5375-455C-9EA6-DF929625EA0E}">
        <p15:presenceInfo xmlns:p15="http://schemas.microsoft.com/office/powerpoint/2012/main" userId="S-1-5-21-963480820-1253264286-2164940291-72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5F6"/>
    <a:srgbClr val="5C003C"/>
    <a:srgbClr val="FFF7FC"/>
    <a:srgbClr val="7D0000"/>
    <a:srgbClr val="FFC5EC"/>
    <a:srgbClr val="FFABE3"/>
    <a:srgbClr val="7D0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840" autoAdjust="0"/>
    <p:restoredTop sz="96405" autoAdjust="0"/>
  </p:normalViewPr>
  <p:slideViewPr>
    <p:cSldViewPr>
      <p:cViewPr varScale="1">
        <p:scale>
          <a:sx n="101" d="100"/>
          <a:sy n="101" d="100"/>
        </p:scale>
        <p:origin x="114" y="5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321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D35F0905-28FD-AE31-A56A-000EA34993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689755" y="433587"/>
            <a:ext cx="4085334" cy="14348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300"/>
            </a:lvl1pPr>
          </a:lstStyle>
          <a:p>
            <a:endParaRPr lang="de-DE" sz="80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1458DE-A36C-EE4E-658C-0BB118DBE3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680006" y="433587"/>
            <a:ext cx="1556877" cy="143480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300"/>
            </a:lvl1pPr>
          </a:lstStyle>
          <a:p>
            <a:fld id="{27358A54-9713-4174-8CCC-9E788486562C}" type="datetimeFigureOut">
              <a:rPr lang="de-DE" sz="800"/>
              <a:pPr/>
              <a:t>09.02.2026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47FB1C-BD5A-4C2B-DBA5-767929DFEC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702761" y="6220609"/>
            <a:ext cx="4072328" cy="19758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300"/>
            </a:lvl1pPr>
          </a:lstStyle>
          <a:p>
            <a:endParaRPr lang="de-DE" sz="80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A45BDE-044D-63BD-BB7F-BD7024D40B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64555" y="6220609"/>
            <a:ext cx="4072328" cy="19758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300"/>
            </a:lvl1pPr>
          </a:lstStyle>
          <a:p>
            <a:fld id="{5D3BE264-29F9-4D6B-B7E8-4F00F586F848}" type="slidenum">
              <a:rPr lang="de-DE" sz="800" b="1"/>
              <a:t>‹Nr.›</a:t>
            </a:fld>
            <a:endParaRPr lang="de-DE" sz="800" b="1" dirty="0"/>
          </a:p>
        </p:txBody>
      </p:sp>
    </p:spTree>
    <p:extLst>
      <p:ext uri="{BB962C8B-B14F-4D97-AF65-F5344CB8AC3E}">
        <p14:creationId xmlns:p14="http://schemas.microsoft.com/office/powerpoint/2010/main" val="244084651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7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674347" y="508646"/>
            <a:ext cx="4278961" cy="164074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0">
              <a:defRPr sz="80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0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7881243" y="508646"/>
            <a:ext cx="1373606" cy="164074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 sz="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algn="r">
              <a:defRPr sz="800"/>
            </a:lvl3pPr>
            <a:lvl4pPr marL="0" algn="r">
              <a:defRPr sz="800"/>
            </a:lvl4pPr>
            <a:lvl5pPr marL="0" algn="r">
              <a:defRPr sz="800"/>
            </a:lvl5pPr>
            <a:lvl6pPr marL="0" algn="r">
              <a:defRPr sz="800"/>
            </a:lvl6pPr>
            <a:lvl7pPr marL="0" indent="0" algn="r">
              <a:defRPr sz="800"/>
            </a:lvl7pPr>
            <a:lvl8pPr marL="0" algn="r">
              <a:defRPr sz="800"/>
            </a:lvl8pPr>
            <a:lvl9pPr marL="0" algn="r">
              <a:defRPr sz="800"/>
            </a:lvl9pPr>
          </a:lstStyle>
          <a:p>
            <a:fld id="{032D1C09-C0C9-400B-95F2-254FFB0CB94B}" type="datetimeFigureOut">
              <a:rPr lang="de-DE" smtClean="0"/>
              <a:pPr/>
              <a:t>09.02.2026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2924175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674347" y="3271381"/>
            <a:ext cx="8549108" cy="26765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674347" y="6124955"/>
            <a:ext cx="3886500" cy="17064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>
              <a:defRPr sz="800"/>
            </a:lvl2pPr>
            <a:lvl3pPr marL="0">
              <a:defRPr sz="800"/>
            </a:lvl3pPr>
            <a:lvl4pPr marL="0">
              <a:defRPr sz="800"/>
            </a:lvl4pPr>
            <a:lvl5pPr marL="0">
              <a:defRPr sz="800"/>
            </a:lvl5pPr>
            <a:lvl6pPr marL="0">
              <a:defRPr sz="800"/>
            </a:lvl6pPr>
            <a:lvl7pPr marL="0">
              <a:defRPr sz="800"/>
            </a:lvl7pPr>
            <a:lvl8pPr marL="0">
              <a:defRPr sz="800"/>
            </a:lvl8pPr>
            <a:lvl9pPr marL="0">
              <a:defRPr sz="800"/>
            </a:lvl9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8384333" y="6124955"/>
            <a:ext cx="866997" cy="17384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algn="r">
              <a:defRPr sz="800" b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0" indent="0" algn="r">
              <a:defRPr sz="800" b="1"/>
            </a:lvl3pPr>
            <a:lvl4pPr marL="0" algn="r">
              <a:defRPr sz="800" b="1"/>
            </a:lvl4pPr>
            <a:lvl5pPr marL="0" algn="r">
              <a:defRPr sz="800" b="1"/>
            </a:lvl5pPr>
            <a:lvl6pPr marL="0" algn="r">
              <a:defRPr sz="800" b="1"/>
            </a:lvl6pPr>
            <a:lvl7pPr marL="0" algn="r">
              <a:defRPr sz="800" b="1"/>
            </a:lvl7pPr>
            <a:lvl8pPr marL="0" algn="r">
              <a:defRPr sz="800" b="1"/>
            </a:lvl8pPr>
            <a:lvl9pPr marL="0" algn="r">
              <a:defRPr sz="800" b="1"/>
            </a:lvl9pPr>
          </a:lstStyle>
          <a:p>
            <a:pPr lvl="8"/>
            <a:fld id="{B73152A5-7649-4BCE-8D7E-66C3247C98E8}" type="slidenum">
              <a:rPr lang="de-DE" smtClean="0"/>
              <a:pPr lvl="8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6861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4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spcAft>
        <a:spcPts val="600"/>
      </a:spcAft>
      <a:defRPr sz="1200" b="1" kern="1200">
        <a:solidFill>
          <a:schemeClr val="accent1"/>
        </a:solidFill>
        <a:latin typeface="+mn-lt"/>
        <a:ea typeface="+mn-ea"/>
        <a:cs typeface="+mn-cs"/>
      </a:defRPr>
    </a:lvl2pPr>
    <a:lvl3pPr marL="216000" indent="-216000" algn="l" defTabSz="914400" rtl="0" eaLnBrk="1" latinLnBrk="0" hangingPunct="1">
      <a:spcBef>
        <a:spcPts val="100"/>
      </a:spcBef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432000" indent="-216000" algn="l" defTabSz="914400" rtl="0" eaLnBrk="1" latinLnBrk="0" hangingPunct="1">
      <a:spcBef>
        <a:spcPts val="0"/>
      </a:spcBef>
      <a:spcAft>
        <a:spcPts val="400"/>
      </a:spcAft>
      <a:buFont typeface="Symbol" panose="05050102010706020507" pitchFamily="18" charset="2"/>
      <a:buChar char="-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216000" indent="-216000" algn="l" defTabSz="914400" rtl="0" eaLnBrk="1" latinLnBrk="0" hangingPunct="1">
      <a:spcBef>
        <a:spcPts val="100"/>
      </a:spcBef>
      <a:spcAft>
        <a:spcPts val="400"/>
      </a:spcAft>
      <a:buFont typeface="+mj-lt"/>
      <a:buAutoNum type="arabicPeriod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432000" indent="-216000" algn="l" defTabSz="914400" rtl="0" eaLnBrk="1" latinLnBrk="0" hangingPunct="1">
      <a:spcAft>
        <a:spcPts val="400"/>
      </a:spcAft>
      <a:buFont typeface="+mj-lt"/>
      <a:buAutoNum type="alphaLcParenR"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algn="l" defTabSz="914400" rtl="0" eaLnBrk="1" latinLnBrk="0" hangingPunct="1">
      <a:spcBef>
        <a:spcPts val="400"/>
      </a:spcBef>
      <a:spcAft>
        <a:spcPts val="400"/>
      </a:spcAft>
      <a:defRPr sz="1400" b="1" kern="1200">
        <a:solidFill>
          <a:schemeClr val="accent1"/>
        </a:solidFill>
        <a:latin typeface="+mn-lt"/>
        <a:ea typeface="+mn-ea"/>
        <a:cs typeface="+mn-cs"/>
      </a:defRPr>
    </a:lvl7pPr>
    <a:lvl8pPr marL="0" algn="l" defTabSz="914400" rtl="0" eaLnBrk="1" latinLnBrk="0" hangingPunct="1">
      <a:spcBef>
        <a:spcPts val="400"/>
      </a:spcBef>
      <a:spcAft>
        <a:spcPts val="400"/>
      </a:spcAft>
      <a:defRPr sz="1400" b="1" kern="1200">
        <a:solidFill>
          <a:schemeClr val="tx1"/>
        </a:solidFill>
        <a:latin typeface="+mn-lt"/>
        <a:ea typeface="+mn-ea"/>
        <a:cs typeface="+mn-cs"/>
      </a:defRPr>
    </a:lvl8pPr>
    <a:lvl9pPr marL="0" algn="l" defTabSz="914400" rtl="0" eaLnBrk="1" latinLnBrk="0" hangingPunct="1">
      <a:spcBef>
        <a:spcPts val="400"/>
      </a:spcBef>
      <a:spcAft>
        <a:spcPts val="400"/>
      </a:spcAft>
      <a:defRPr sz="600" kern="1200">
        <a:solidFill>
          <a:schemeClr val="bg2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/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10FA4-073F-B08C-B42B-83945AF3D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700213"/>
            <a:ext cx="6337301" cy="37449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Hier steht ein Präsentationtitel </a:t>
            </a:r>
            <a:br>
              <a:rPr lang="de-DE" dirty="0"/>
            </a:br>
            <a:r>
              <a:rPr lang="de-DE" dirty="0"/>
              <a:t>in mehreren Zeilen</a:t>
            </a:r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AE91EFEE-7AE5-5665-E579-BC25F49B1DB5}"/>
              </a:ext>
            </a:extLst>
          </p:cNvPr>
          <p:cNvSpPr/>
          <p:nvPr userDrawn="1"/>
        </p:nvSpPr>
        <p:spPr bwMode="invGray">
          <a:xfrm>
            <a:off x="8289670" y="0"/>
            <a:ext cx="3902331" cy="3350862"/>
          </a:xfrm>
          <a:custGeom>
            <a:avLst/>
            <a:gdLst>
              <a:gd name="connsiteX0" fmla="*/ 268037 w 3902331"/>
              <a:gd name="connsiteY0" fmla="*/ 0 h 3350862"/>
              <a:gd name="connsiteX1" fmla="*/ 3902331 w 3902331"/>
              <a:gd name="connsiteY1" fmla="*/ 0 h 3350862"/>
              <a:gd name="connsiteX2" fmla="*/ 3902331 w 3902331"/>
              <a:gd name="connsiteY2" fmla="*/ 2670519 h 3350862"/>
              <a:gd name="connsiteX3" fmla="*/ 3890693 w 3902331"/>
              <a:gd name="connsiteY3" fmla="*/ 2683325 h 3350862"/>
              <a:gd name="connsiteX4" fmla="*/ 2279115 w 3902331"/>
              <a:gd name="connsiteY4" fmla="*/ 3350862 h 3350862"/>
              <a:gd name="connsiteX5" fmla="*/ 0 w 3902331"/>
              <a:gd name="connsiteY5" fmla="*/ 1071747 h 3350862"/>
              <a:gd name="connsiteX6" fmla="*/ 179104 w 3902331"/>
              <a:gd name="connsiteY6" fmla="*/ 184613 h 335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2331" h="3350862">
                <a:moveTo>
                  <a:pt x="268037" y="0"/>
                </a:moveTo>
                <a:lnTo>
                  <a:pt x="3902331" y="0"/>
                </a:lnTo>
                <a:lnTo>
                  <a:pt x="3902331" y="2670519"/>
                </a:lnTo>
                <a:lnTo>
                  <a:pt x="3890693" y="2683325"/>
                </a:lnTo>
                <a:cubicBezTo>
                  <a:pt x="3478254" y="3095763"/>
                  <a:pt x="2908475" y="3350862"/>
                  <a:pt x="2279115" y="3350862"/>
                </a:cubicBezTo>
                <a:cubicBezTo>
                  <a:pt x="1020395" y="3350862"/>
                  <a:pt x="0" y="2330467"/>
                  <a:pt x="0" y="1071747"/>
                </a:cubicBezTo>
                <a:cubicBezTo>
                  <a:pt x="0" y="757067"/>
                  <a:pt x="63775" y="457282"/>
                  <a:pt x="179104" y="184613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5A8E699-738F-C3BC-5FCB-84425B3DBB79}"/>
              </a:ext>
            </a:extLst>
          </p:cNvPr>
          <p:cNvSpPr/>
          <p:nvPr userDrawn="1"/>
        </p:nvSpPr>
        <p:spPr bwMode="invGray">
          <a:xfrm>
            <a:off x="8401050" y="2565400"/>
            <a:ext cx="1727200" cy="1727200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88300A72-43EC-586A-74C1-79DA4BEE3BFE}"/>
              </a:ext>
            </a:extLst>
          </p:cNvPr>
          <p:cNvSpPr/>
          <p:nvPr userDrawn="1"/>
        </p:nvSpPr>
        <p:spPr bwMode="invGray">
          <a:xfrm>
            <a:off x="7248525" y="2276475"/>
            <a:ext cx="863600" cy="8636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698019DB-B8AD-C89D-7E15-CA10CBEB0274}"/>
              </a:ext>
            </a:extLst>
          </p:cNvPr>
          <p:cNvSpPr/>
          <p:nvPr userDrawn="1"/>
        </p:nvSpPr>
        <p:spPr bwMode="invGray">
          <a:xfrm>
            <a:off x="623888" y="5826394"/>
            <a:ext cx="1820084" cy="1031606"/>
          </a:xfrm>
          <a:custGeom>
            <a:avLst/>
            <a:gdLst>
              <a:gd name="connsiteX0" fmla="*/ 910042 w 1820084"/>
              <a:gd name="connsiteY0" fmla="*/ 0 h 1031606"/>
              <a:gd name="connsiteX1" fmla="*/ 1820084 w 1820084"/>
              <a:gd name="connsiteY1" fmla="*/ 910041 h 1031606"/>
              <a:gd name="connsiteX2" fmla="*/ 1807829 w 1820084"/>
              <a:gd name="connsiteY2" fmla="*/ 1031606 h 1031606"/>
              <a:gd name="connsiteX3" fmla="*/ 12255 w 1820084"/>
              <a:gd name="connsiteY3" fmla="*/ 1031606 h 1031606"/>
              <a:gd name="connsiteX4" fmla="*/ 0 w 1820084"/>
              <a:gd name="connsiteY4" fmla="*/ 910041 h 1031606"/>
              <a:gd name="connsiteX5" fmla="*/ 910042 w 1820084"/>
              <a:gd name="connsiteY5" fmla="*/ 0 h 103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084" h="1031606">
                <a:moveTo>
                  <a:pt x="910042" y="0"/>
                </a:moveTo>
                <a:cubicBezTo>
                  <a:pt x="1412644" y="0"/>
                  <a:pt x="1820084" y="407439"/>
                  <a:pt x="1820084" y="910041"/>
                </a:cubicBezTo>
                <a:lnTo>
                  <a:pt x="1807829" y="1031606"/>
                </a:lnTo>
                <a:lnTo>
                  <a:pt x="12255" y="1031606"/>
                </a:lnTo>
                <a:lnTo>
                  <a:pt x="0" y="910041"/>
                </a:lnTo>
                <a:cubicBezTo>
                  <a:pt x="0" y="407439"/>
                  <a:pt x="407440" y="0"/>
                  <a:pt x="91004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2EAA7EB4-3F09-BAF8-1CA3-CCF0867FA7A7}"/>
              </a:ext>
            </a:extLst>
          </p:cNvPr>
          <p:cNvSpPr/>
          <p:nvPr userDrawn="1"/>
        </p:nvSpPr>
        <p:spPr bwMode="invGray">
          <a:xfrm>
            <a:off x="1920036" y="5732462"/>
            <a:ext cx="576887" cy="576887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CF48413-71F8-3CBF-E476-A0839ECE2576}"/>
              </a:ext>
            </a:extLst>
          </p:cNvPr>
          <p:cNvSpPr/>
          <p:nvPr userDrawn="1"/>
        </p:nvSpPr>
        <p:spPr bwMode="invGray">
          <a:xfrm>
            <a:off x="2640013" y="6181549"/>
            <a:ext cx="287338" cy="28733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05A26615-0770-9518-2E2B-387216985CBC}"/>
              </a:ext>
            </a:extLst>
          </p:cNvPr>
          <p:cNvSpPr>
            <a:spLocks noEditPoints="1"/>
          </p:cNvSpPr>
          <p:nvPr/>
        </p:nvSpPr>
        <p:spPr bwMode="invGray">
          <a:xfrm>
            <a:off x="11127281" y="6309945"/>
            <a:ext cx="56858" cy="62226"/>
          </a:xfrm>
          <a:custGeom>
            <a:avLst/>
            <a:gdLst>
              <a:gd name="T0" fmla="*/ 41 w 98"/>
              <a:gd name="T1" fmla="*/ 107 h 107"/>
              <a:gd name="T2" fmla="*/ 0 w 98"/>
              <a:gd name="T3" fmla="*/ 107 h 107"/>
              <a:gd name="T4" fmla="*/ 0 w 98"/>
              <a:gd name="T5" fmla="*/ 0 h 107"/>
              <a:gd name="T6" fmla="*/ 41 w 98"/>
              <a:gd name="T7" fmla="*/ 0 h 107"/>
              <a:gd name="T8" fmla="*/ 98 w 98"/>
              <a:gd name="T9" fmla="*/ 53 h 107"/>
              <a:gd name="T10" fmla="*/ 98 w 98"/>
              <a:gd name="T11" fmla="*/ 54 h 107"/>
              <a:gd name="T12" fmla="*/ 41 w 98"/>
              <a:gd name="T13" fmla="*/ 107 h 107"/>
              <a:gd name="T14" fmla="*/ 73 w 98"/>
              <a:gd name="T15" fmla="*/ 54 h 107"/>
              <a:gd name="T16" fmla="*/ 41 w 98"/>
              <a:gd name="T17" fmla="*/ 21 h 107"/>
              <a:gd name="T18" fmla="*/ 23 w 98"/>
              <a:gd name="T19" fmla="*/ 21 h 107"/>
              <a:gd name="T20" fmla="*/ 23 w 98"/>
              <a:gd name="T21" fmla="*/ 86 h 107"/>
              <a:gd name="T22" fmla="*/ 41 w 98"/>
              <a:gd name="T23" fmla="*/ 86 h 107"/>
              <a:gd name="T24" fmla="*/ 73 w 98"/>
              <a:gd name="T25" fmla="*/ 5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07">
                <a:moveTo>
                  <a:pt x="41" y="107"/>
                </a:move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75" y="0"/>
                  <a:pt x="98" y="23"/>
                  <a:pt x="98" y="53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84"/>
                  <a:pt x="75" y="107"/>
                  <a:pt x="41" y="107"/>
                </a:cubicBezTo>
                <a:close/>
                <a:moveTo>
                  <a:pt x="73" y="54"/>
                </a:moveTo>
                <a:cubicBezTo>
                  <a:pt x="73" y="35"/>
                  <a:pt x="60" y="21"/>
                  <a:pt x="41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86"/>
                  <a:pt x="23" y="86"/>
                  <a:pt x="23" y="86"/>
                </a:cubicBezTo>
                <a:cubicBezTo>
                  <a:pt x="41" y="86"/>
                  <a:pt x="41" y="86"/>
                  <a:pt x="41" y="86"/>
                </a:cubicBezTo>
                <a:cubicBezTo>
                  <a:pt x="60" y="86"/>
                  <a:pt x="73" y="73"/>
                  <a:pt x="73" y="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80B0B3C-0186-CD74-2807-8751DB9635D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1193412" y="6309945"/>
            <a:ext cx="13421" cy="6222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95A1885-35FB-97C8-FF37-62CF0F44B508}"/>
              </a:ext>
            </a:extLst>
          </p:cNvPr>
          <p:cNvSpPr>
            <a:spLocks noEditPoints="1"/>
          </p:cNvSpPr>
          <p:nvPr/>
        </p:nvSpPr>
        <p:spPr bwMode="invGray">
          <a:xfrm>
            <a:off x="11219034" y="6309945"/>
            <a:ext cx="53197" cy="62226"/>
          </a:xfrm>
          <a:custGeom>
            <a:avLst/>
            <a:gdLst>
              <a:gd name="T0" fmla="*/ 65 w 92"/>
              <a:gd name="T1" fmla="*/ 107 h 107"/>
              <a:gd name="T2" fmla="*/ 42 w 92"/>
              <a:gd name="T3" fmla="*/ 73 h 107"/>
              <a:gd name="T4" fmla="*/ 24 w 92"/>
              <a:gd name="T5" fmla="*/ 73 h 107"/>
              <a:gd name="T6" fmla="*/ 24 w 92"/>
              <a:gd name="T7" fmla="*/ 107 h 107"/>
              <a:gd name="T8" fmla="*/ 0 w 92"/>
              <a:gd name="T9" fmla="*/ 107 h 107"/>
              <a:gd name="T10" fmla="*/ 0 w 92"/>
              <a:gd name="T11" fmla="*/ 0 h 107"/>
              <a:gd name="T12" fmla="*/ 49 w 92"/>
              <a:gd name="T13" fmla="*/ 0 h 107"/>
              <a:gd name="T14" fmla="*/ 89 w 92"/>
              <a:gd name="T15" fmla="*/ 36 h 107"/>
              <a:gd name="T16" fmla="*/ 89 w 92"/>
              <a:gd name="T17" fmla="*/ 36 h 107"/>
              <a:gd name="T18" fmla="*/ 66 w 92"/>
              <a:gd name="T19" fmla="*/ 69 h 107"/>
              <a:gd name="T20" fmla="*/ 92 w 92"/>
              <a:gd name="T21" fmla="*/ 107 h 107"/>
              <a:gd name="T22" fmla="*/ 65 w 92"/>
              <a:gd name="T23" fmla="*/ 107 h 107"/>
              <a:gd name="T24" fmla="*/ 65 w 92"/>
              <a:gd name="T25" fmla="*/ 37 h 107"/>
              <a:gd name="T26" fmla="*/ 47 w 92"/>
              <a:gd name="T27" fmla="*/ 21 h 107"/>
              <a:gd name="T28" fmla="*/ 24 w 92"/>
              <a:gd name="T29" fmla="*/ 21 h 107"/>
              <a:gd name="T30" fmla="*/ 24 w 92"/>
              <a:gd name="T31" fmla="*/ 52 h 107"/>
              <a:gd name="T32" fmla="*/ 47 w 92"/>
              <a:gd name="T33" fmla="*/ 52 h 107"/>
              <a:gd name="T34" fmla="*/ 65 w 92"/>
              <a:gd name="T35" fmla="*/ 3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2" h="107">
                <a:moveTo>
                  <a:pt x="65" y="107"/>
                </a:moveTo>
                <a:cubicBezTo>
                  <a:pt x="42" y="73"/>
                  <a:pt x="42" y="73"/>
                  <a:pt x="42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74" y="0"/>
                  <a:pt x="89" y="13"/>
                  <a:pt x="89" y="36"/>
                </a:cubicBezTo>
                <a:cubicBezTo>
                  <a:pt x="89" y="36"/>
                  <a:pt x="89" y="36"/>
                  <a:pt x="89" y="36"/>
                </a:cubicBezTo>
                <a:cubicBezTo>
                  <a:pt x="89" y="53"/>
                  <a:pt x="79" y="64"/>
                  <a:pt x="66" y="69"/>
                </a:cubicBezTo>
                <a:cubicBezTo>
                  <a:pt x="92" y="107"/>
                  <a:pt x="92" y="107"/>
                  <a:pt x="92" y="107"/>
                </a:cubicBezTo>
                <a:lnTo>
                  <a:pt x="65" y="107"/>
                </a:lnTo>
                <a:close/>
                <a:moveTo>
                  <a:pt x="65" y="37"/>
                </a:moveTo>
                <a:cubicBezTo>
                  <a:pt x="65" y="27"/>
                  <a:pt x="58" y="21"/>
                  <a:pt x="47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52"/>
                  <a:pt x="24" y="52"/>
                  <a:pt x="24" y="52"/>
                </a:cubicBezTo>
                <a:cubicBezTo>
                  <a:pt x="47" y="52"/>
                  <a:pt x="47" y="52"/>
                  <a:pt x="47" y="52"/>
                </a:cubicBezTo>
                <a:cubicBezTo>
                  <a:pt x="59" y="52"/>
                  <a:pt x="65" y="46"/>
                  <a:pt x="65" y="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512CF047-854F-DCC9-160D-FA55B0BBEBE4}"/>
              </a:ext>
            </a:extLst>
          </p:cNvPr>
          <p:cNvSpPr>
            <a:spLocks/>
          </p:cNvSpPr>
          <p:nvPr/>
        </p:nvSpPr>
        <p:spPr bwMode="invGray">
          <a:xfrm>
            <a:off x="11280284" y="6309945"/>
            <a:ext cx="46365" cy="62226"/>
          </a:xfrm>
          <a:custGeom>
            <a:avLst/>
            <a:gdLst>
              <a:gd name="T0" fmla="*/ 0 w 190"/>
              <a:gd name="T1" fmla="*/ 255 h 255"/>
              <a:gd name="T2" fmla="*/ 0 w 190"/>
              <a:gd name="T3" fmla="*/ 0 h 255"/>
              <a:gd name="T4" fmla="*/ 190 w 190"/>
              <a:gd name="T5" fmla="*/ 0 h 255"/>
              <a:gd name="T6" fmla="*/ 190 w 190"/>
              <a:gd name="T7" fmla="*/ 50 h 255"/>
              <a:gd name="T8" fmla="*/ 55 w 190"/>
              <a:gd name="T9" fmla="*/ 50 h 255"/>
              <a:gd name="T10" fmla="*/ 55 w 190"/>
              <a:gd name="T11" fmla="*/ 103 h 255"/>
              <a:gd name="T12" fmla="*/ 174 w 190"/>
              <a:gd name="T13" fmla="*/ 103 h 255"/>
              <a:gd name="T14" fmla="*/ 174 w 190"/>
              <a:gd name="T15" fmla="*/ 153 h 255"/>
              <a:gd name="T16" fmla="*/ 55 w 190"/>
              <a:gd name="T17" fmla="*/ 153 h 255"/>
              <a:gd name="T18" fmla="*/ 55 w 190"/>
              <a:gd name="T19" fmla="*/ 205 h 255"/>
              <a:gd name="T20" fmla="*/ 190 w 190"/>
              <a:gd name="T21" fmla="*/ 205 h 255"/>
              <a:gd name="T22" fmla="*/ 190 w 190"/>
              <a:gd name="T23" fmla="*/ 255 h 255"/>
              <a:gd name="T24" fmla="*/ 0 w 190"/>
              <a:gd name="T25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0" h="255">
                <a:moveTo>
                  <a:pt x="0" y="255"/>
                </a:moveTo>
                <a:lnTo>
                  <a:pt x="0" y="0"/>
                </a:lnTo>
                <a:lnTo>
                  <a:pt x="190" y="0"/>
                </a:lnTo>
                <a:lnTo>
                  <a:pt x="190" y="50"/>
                </a:lnTo>
                <a:lnTo>
                  <a:pt x="55" y="50"/>
                </a:lnTo>
                <a:lnTo>
                  <a:pt x="55" y="103"/>
                </a:lnTo>
                <a:lnTo>
                  <a:pt x="174" y="103"/>
                </a:lnTo>
                <a:lnTo>
                  <a:pt x="174" y="153"/>
                </a:lnTo>
                <a:lnTo>
                  <a:pt x="55" y="153"/>
                </a:lnTo>
                <a:lnTo>
                  <a:pt x="55" y="205"/>
                </a:lnTo>
                <a:lnTo>
                  <a:pt x="190" y="205"/>
                </a:lnTo>
                <a:lnTo>
                  <a:pt x="190" y="255"/>
                </a:lnTo>
                <a:lnTo>
                  <a:pt x="0" y="2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7C97672C-7F43-2299-5AF6-8016CB9F3975}"/>
              </a:ext>
            </a:extLst>
          </p:cNvPr>
          <p:cNvSpPr>
            <a:spLocks/>
          </p:cNvSpPr>
          <p:nvPr/>
        </p:nvSpPr>
        <p:spPr bwMode="invGray">
          <a:xfrm>
            <a:off x="11333238" y="6308725"/>
            <a:ext cx="56614" cy="64666"/>
          </a:xfrm>
          <a:custGeom>
            <a:avLst/>
            <a:gdLst>
              <a:gd name="T0" fmla="*/ 54 w 98"/>
              <a:gd name="T1" fmla="*/ 111 h 111"/>
              <a:gd name="T2" fmla="*/ 0 w 98"/>
              <a:gd name="T3" fmla="*/ 56 h 111"/>
              <a:gd name="T4" fmla="*/ 0 w 98"/>
              <a:gd name="T5" fmla="*/ 56 h 111"/>
              <a:gd name="T6" fmla="*/ 55 w 98"/>
              <a:gd name="T7" fmla="*/ 0 h 111"/>
              <a:gd name="T8" fmla="*/ 97 w 98"/>
              <a:gd name="T9" fmla="*/ 17 h 111"/>
              <a:gd name="T10" fmla="*/ 82 w 98"/>
              <a:gd name="T11" fmla="*/ 34 h 111"/>
              <a:gd name="T12" fmla="*/ 55 w 98"/>
              <a:gd name="T13" fmla="*/ 22 h 111"/>
              <a:gd name="T14" fmla="*/ 24 w 98"/>
              <a:gd name="T15" fmla="*/ 55 h 111"/>
              <a:gd name="T16" fmla="*/ 24 w 98"/>
              <a:gd name="T17" fmla="*/ 56 h 111"/>
              <a:gd name="T18" fmla="*/ 55 w 98"/>
              <a:gd name="T19" fmla="*/ 89 h 111"/>
              <a:gd name="T20" fmla="*/ 83 w 98"/>
              <a:gd name="T21" fmla="*/ 77 h 111"/>
              <a:gd name="T22" fmla="*/ 98 w 98"/>
              <a:gd name="T23" fmla="*/ 92 h 111"/>
              <a:gd name="T24" fmla="*/ 54 w 98"/>
              <a:gd name="T25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11">
                <a:moveTo>
                  <a:pt x="54" y="111"/>
                </a:moveTo>
                <a:cubicBezTo>
                  <a:pt x="23" y="111"/>
                  <a:pt x="0" y="87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2" y="0"/>
                  <a:pt x="55" y="0"/>
                </a:cubicBezTo>
                <a:cubicBezTo>
                  <a:pt x="75" y="0"/>
                  <a:pt x="87" y="7"/>
                  <a:pt x="97" y="17"/>
                </a:cubicBezTo>
                <a:cubicBezTo>
                  <a:pt x="82" y="34"/>
                  <a:pt x="82" y="34"/>
                  <a:pt x="82" y="34"/>
                </a:cubicBezTo>
                <a:cubicBezTo>
                  <a:pt x="74" y="27"/>
                  <a:pt x="65" y="22"/>
                  <a:pt x="55" y="22"/>
                </a:cubicBezTo>
                <a:cubicBezTo>
                  <a:pt x="37" y="22"/>
                  <a:pt x="24" y="37"/>
                  <a:pt x="24" y="55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74"/>
                  <a:pt x="37" y="89"/>
                  <a:pt x="55" y="89"/>
                </a:cubicBezTo>
                <a:cubicBezTo>
                  <a:pt x="67" y="89"/>
                  <a:pt x="74" y="85"/>
                  <a:pt x="83" y="77"/>
                </a:cubicBezTo>
                <a:cubicBezTo>
                  <a:pt x="98" y="92"/>
                  <a:pt x="98" y="92"/>
                  <a:pt x="98" y="92"/>
                </a:cubicBezTo>
                <a:cubicBezTo>
                  <a:pt x="87" y="104"/>
                  <a:pt x="75" y="111"/>
                  <a:pt x="54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A492B6E6-E38D-4669-6147-B07614C78104}"/>
              </a:ext>
            </a:extLst>
          </p:cNvPr>
          <p:cNvSpPr>
            <a:spLocks/>
          </p:cNvSpPr>
          <p:nvPr/>
        </p:nvSpPr>
        <p:spPr bwMode="invGray">
          <a:xfrm>
            <a:off x="11393512" y="6309945"/>
            <a:ext cx="51001" cy="62226"/>
          </a:xfrm>
          <a:custGeom>
            <a:avLst/>
            <a:gdLst>
              <a:gd name="T0" fmla="*/ 133 w 209"/>
              <a:gd name="T1" fmla="*/ 53 h 255"/>
              <a:gd name="T2" fmla="*/ 133 w 209"/>
              <a:gd name="T3" fmla="*/ 255 h 255"/>
              <a:gd name="T4" fmla="*/ 78 w 209"/>
              <a:gd name="T5" fmla="*/ 255 h 255"/>
              <a:gd name="T6" fmla="*/ 78 w 209"/>
              <a:gd name="T7" fmla="*/ 53 h 255"/>
              <a:gd name="T8" fmla="*/ 0 w 209"/>
              <a:gd name="T9" fmla="*/ 53 h 255"/>
              <a:gd name="T10" fmla="*/ 0 w 209"/>
              <a:gd name="T11" fmla="*/ 0 h 255"/>
              <a:gd name="T12" fmla="*/ 209 w 209"/>
              <a:gd name="T13" fmla="*/ 0 h 255"/>
              <a:gd name="T14" fmla="*/ 209 w 209"/>
              <a:gd name="T15" fmla="*/ 53 h 255"/>
              <a:gd name="T16" fmla="*/ 133 w 209"/>
              <a:gd name="T17" fmla="*/ 53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9" h="255">
                <a:moveTo>
                  <a:pt x="133" y="53"/>
                </a:moveTo>
                <a:lnTo>
                  <a:pt x="133" y="255"/>
                </a:lnTo>
                <a:lnTo>
                  <a:pt x="78" y="255"/>
                </a:lnTo>
                <a:lnTo>
                  <a:pt x="78" y="53"/>
                </a:lnTo>
                <a:lnTo>
                  <a:pt x="0" y="53"/>
                </a:lnTo>
                <a:lnTo>
                  <a:pt x="0" y="0"/>
                </a:lnTo>
                <a:lnTo>
                  <a:pt x="209" y="0"/>
                </a:lnTo>
                <a:lnTo>
                  <a:pt x="209" y="53"/>
                </a:lnTo>
                <a:lnTo>
                  <a:pt x="133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46B69D09-7649-916D-EAF5-1C3343DBB86C}"/>
              </a:ext>
            </a:extLst>
          </p:cNvPr>
          <p:cNvSpPr>
            <a:spLocks noEditPoints="1"/>
          </p:cNvSpPr>
          <p:nvPr/>
        </p:nvSpPr>
        <p:spPr bwMode="invGray">
          <a:xfrm>
            <a:off x="11240508" y="6311165"/>
            <a:ext cx="614942" cy="223526"/>
          </a:xfrm>
          <a:custGeom>
            <a:avLst/>
            <a:gdLst>
              <a:gd name="T0" fmla="*/ 1012 w 1061"/>
              <a:gd name="T1" fmla="*/ 283 h 384"/>
              <a:gd name="T2" fmla="*/ 978 w 1061"/>
              <a:gd name="T3" fmla="*/ 1 h 384"/>
              <a:gd name="T4" fmla="*/ 946 w 1061"/>
              <a:gd name="T5" fmla="*/ 139 h 384"/>
              <a:gd name="T6" fmla="*/ 825 w 1061"/>
              <a:gd name="T7" fmla="*/ 169 h 384"/>
              <a:gd name="T8" fmla="*/ 786 w 1061"/>
              <a:gd name="T9" fmla="*/ 273 h 384"/>
              <a:gd name="T10" fmla="*/ 904 w 1061"/>
              <a:gd name="T11" fmla="*/ 383 h 384"/>
              <a:gd name="T12" fmla="*/ 975 w 1061"/>
              <a:gd name="T13" fmla="*/ 352 h 384"/>
              <a:gd name="T14" fmla="*/ 1026 w 1061"/>
              <a:gd name="T15" fmla="*/ 377 h 384"/>
              <a:gd name="T16" fmla="*/ 1028 w 1061"/>
              <a:gd name="T17" fmla="*/ 323 h 384"/>
              <a:gd name="T18" fmla="*/ 933 w 1061"/>
              <a:gd name="T19" fmla="*/ 311 h 384"/>
              <a:gd name="T20" fmla="*/ 867 w 1061"/>
              <a:gd name="T21" fmla="*/ 315 h 384"/>
              <a:gd name="T22" fmla="*/ 872 w 1061"/>
              <a:gd name="T23" fmla="*/ 209 h 384"/>
              <a:gd name="T24" fmla="*/ 946 w 1061"/>
              <a:gd name="T25" fmla="*/ 196 h 384"/>
              <a:gd name="T26" fmla="*/ 446 w 1061"/>
              <a:gd name="T27" fmla="*/ 97 h 384"/>
              <a:gd name="T28" fmla="*/ 478 w 1061"/>
              <a:gd name="T29" fmla="*/ 83 h 384"/>
              <a:gd name="T30" fmla="*/ 479 w 1061"/>
              <a:gd name="T31" fmla="*/ 83 h 384"/>
              <a:gd name="T32" fmla="*/ 479 w 1061"/>
              <a:gd name="T33" fmla="*/ 83 h 384"/>
              <a:gd name="T34" fmla="*/ 490 w 1061"/>
              <a:gd name="T35" fmla="*/ 55 h 384"/>
              <a:gd name="T36" fmla="*/ 476 w 1061"/>
              <a:gd name="T37" fmla="*/ 20 h 384"/>
              <a:gd name="T38" fmla="*/ 445 w 1061"/>
              <a:gd name="T39" fmla="*/ 8 h 384"/>
              <a:gd name="T40" fmla="*/ 413 w 1061"/>
              <a:gd name="T41" fmla="*/ 22 h 384"/>
              <a:gd name="T42" fmla="*/ 415 w 1061"/>
              <a:gd name="T43" fmla="*/ 85 h 384"/>
              <a:gd name="T44" fmla="*/ 662 w 1061"/>
              <a:gd name="T45" fmla="*/ 142 h 384"/>
              <a:gd name="T46" fmla="*/ 604 w 1061"/>
              <a:gd name="T47" fmla="*/ 157 h 384"/>
              <a:gd name="T48" fmla="*/ 542 w 1061"/>
              <a:gd name="T49" fmla="*/ 160 h 384"/>
              <a:gd name="T50" fmla="*/ 549 w 1061"/>
              <a:gd name="T51" fmla="*/ 238 h 384"/>
              <a:gd name="T52" fmla="*/ 515 w 1061"/>
              <a:gd name="T53" fmla="*/ 329 h 384"/>
              <a:gd name="T54" fmla="*/ 478 w 1061"/>
              <a:gd name="T55" fmla="*/ 279 h 384"/>
              <a:gd name="T56" fmla="*/ 450 w 1061"/>
              <a:gd name="T57" fmla="*/ 142 h 384"/>
              <a:gd name="T58" fmla="*/ 411 w 1061"/>
              <a:gd name="T59" fmla="*/ 160 h 384"/>
              <a:gd name="T60" fmla="*/ 414 w 1061"/>
              <a:gd name="T61" fmla="*/ 238 h 384"/>
              <a:gd name="T62" fmla="*/ 380 w 1061"/>
              <a:gd name="T63" fmla="*/ 329 h 384"/>
              <a:gd name="T64" fmla="*/ 344 w 1061"/>
              <a:gd name="T65" fmla="*/ 291 h 384"/>
              <a:gd name="T66" fmla="*/ 346 w 1061"/>
              <a:gd name="T67" fmla="*/ 226 h 384"/>
              <a:gd name="T68" fmla="*/ 255 w 1061"/>
              <a:gd name="T69" fmla="*/ 144 h 384"/>
              <a:gd name="T70" fmla="*/ 105 w 1061"/>
              <a:gd name="T71" fmla="*/ 142 h 384"/>
              <a:gd name="T72" fmla="*/ 0 w 1061"/>
              <a:gd name="T73" fmla="*/ 301 h 384"/>
              <a:gd name="T74" fmla="*/ 39 w 1061"/>
              <a:gd name="T75" fmla="*/ 378 h 384"/>
              <a:gd name="T76" fmla="*/ 70 w 1061"/>
              <a:gd name="T77" fmla="*/ 358 h 384"/>
              <a:gd name="T78" fmla="*/ 73 w 1061"/>
              <a:gd name="T79" fmla="*/ 252 h 384"/>
              <a:gd name="T80" fmla="*/ 112 w 1061"/>
              <a:gd name="T81" fmla="*/ 200 h 384"/>
              <a:gd name="T82" fmla="*/ 148 w 1061"/>
              <a:gd name="T83" fmla="*/ 237 h 384"/>
              <a:gd name="T84" fmla="*/ 146 w 1061"/>
              <a:gd name="T85" fmla="*/ 360 h 384"/>
              <a:gd name="T86" fmla="*/ 182 w 1061"/>
              <a:gd name="T87" fmla="*/ 378 h 384"/>
              <a:gd name="T88" fmla="*/ 214 w 1061"/>
              <a:gd name="T89" fmla="*/ 352 h 384"/>
              <a:gd name="T90" fmla="*/ 253 w 1061"/>
              <a:gd name="T91" fmla="*/ 201 h 384"/>
              <a:gd name="T92" fmla="*/ 284 w 1061"/>
              <a:gd name="T93" fmla="*/ 290 h 384"/>
              <a:gd name="T94" fmla="*/ 375 w 1061"/>
              <a:gd name="T95" fmla="*/ 383 h 384"/>
              <a:gd name="T96" fmla="*/ 512 w 1061"/>
              <a:gd name="T97" fmla="*/ 384 h 384"/>
              <a:gd name="T98" fmla="*/ 612 w 1061"/>
              <a:gd name="T99" fmla="*/ 314 h 384"/>
              <a:gd name="T100" fmla="*/ 612 w 1061"/>
              <a:gd name="T101" fmla="*/ 218 h 384"/>
              <a:gd name="T102" fmla="*/ 658 w 1061"/>
              <a:gd name="T103" fmla="*/ 201 h 384"/>
              <a:gd name="T104" fmla="*/ 697 w 1061"/>
              <a:gd name="T105" fmla="*/ 268 h 384"/>
              <a:gd name="T106" fmla="*/ 693 w 1061"/>
              <a:gd name="T107" fmla="*/ 368 h 384"/>
              <a:gd name="T108" fmla="*/ 729 w 1061"/>
              <a:gd name="T109" fmla="*/ 382 h 384"/>
              <a:gd name="T110" fmla="*/ 764 w 1061"/>
              <a:gd name="T111" fmla="*/ 319 h 384"/>
              <a:gd name="T112" fmla="*/ 662 w 1061"/>
              <a:gd name="T113" fmla="*/ 14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61" h="384">
                <a:moveTo>
                  <a:pt x="1028" y="323"/>
                </a:moveTo>
                <a:cubicBezTo>
                  <a:pt x="1021" y="319"/>
                  <a:pt x="1012" y="313"/>
                  <a:pt x="1012" y="283"/>
                </a:cubicBezTo>
                <a:cubicBezTo>
                  <a:pt x="1012" y="282"/>
                  <a:pt x="1021" y="13"/>
                  <a:pt x="1021" y="13"/>
                </a:cubicBezTo>
                <a:cubicBezTo>
                  <a:pt x="1021" y="13"/>
                  <a:pt x="1006" y="0"/>
                  <a:pt x="978" y="1"/>
                </a:cubicBezTo>
                <a:cubicBezTo>
                  <a:pt x="945" y="2"/>
                  <a:pt x="939" y="19"/>
                  <a:pt x="941" y="45"/>
                </a:cubicBezTo>
                <a:cubicBezTo>
                  <a:pt x="944" y="90"/>
                  <a:pt x="946" y="139"/>
                  <a:pt x="946" y="139"/>
                </a:cubicBezTo>
                <a:cubicBezTo>
                  <a:pt x="946" y="139"/>
                  <a:pt x="936" y="138"/>
                  <a:pt x="927" y="138"/>
                </a:cubicBezTo>
                <a:cubicBezTo>
                  <a:pt x="892" y="138"/>
                  <a:pt x="850" y="147"/>
                  <a:pt x="825" y="169"/>
                </a:cubicBezTo>
                <a:cubicBezTo>
                  <a:pt x="806" y="185"/>
                  <a:pt x="793" y="207"/>
                  <a:pt x="788" y="240"/>
                </a:cubicBezTo>
                <a:cubicBezTo>
                  <a:pt x="787" y="244"/>
                  <a:pt x="785" y="259"/>
                  <a:pt x="786" y="273"/>
                </a:cubicBezTo>
                <a:cubicBezTo>
                  <a:pt x="789" y="301"/>
                  <a:pt x="795" y="334"/>
                  <a:pt x="828" y="360"/>
                </a:cubicBezTo>
                <a:cubicBezTo>
                  <a:pt x="850" y="377"/>
                  <a:pt x="878" y="383"/>
                  <a:pt x="904" y="383"/>
                </a:cubicBezTo>
                <a:cubicBezTo>
                  <a:pt x="909" y="383"/>
                  <a:pt x="913" y="382"/>
                  <a:pt x="917" y="382"/>
                </a:cubicBezTo>
                <a:cubicBezTo>
                  <a:pt x="949" y="378"/>
                  <a:pt x="964" y="367"/>
                  <a:pt x="975" y="352"/>
                </a:cubicBezTo>
                <a:cubicBezTo>
                  <a:pt x="979" y="362"/>
                  <a:pt x="989" y="372"/>
                  <a:pt x="1004" y="376"/>
                </a:cubicBezTo>
                <a:cubicBezTo>
                  <a:pt x="1014" y="378"/>
                  <a:pt x="1025" y="378"/>
                  <a:pt x="1026" y="377"/>
                </a:cubicBezTo>
                <a:cubicBezTo>
                  <a:pt x="1057" y="368"/>
                  <a:pt x="1061" y="331"/>
                  <a:pt x="1059" y="330"/>
                </a:cubicBezTo>
                <a:cubicBezTo>
                  <a:pt x="1057" y="330"/>
                  <a:pt x="1040" y="330"/>
                  <a:pt x="1028" y="323"/>
                </a:cubicBezTo>
                <a:close/>
                <a:moveTo>
                  <a:pt x="946" y="249"/>
                </a:moveTo>
                <a:cubicBezTo>
                  <a:pt x="945" y="274"/>
                  <a:pt x="944" y="298"/>
                  <a:pt x="933" y="311"/>
                </a:cubicBezTo>
                <a:cubicBezTo>
                  <a:pt x="925" y="321"/>
                  <a:pt x="914" y="325"/>
                  <a:pt x="900" y="325"/>
                </a:cubicBezTo>
                <a:cubicBezTo>
                  <a:pt x="891" y="325"/>
                  <a:pt x="878" y="324"/>
                  <a:pt x="867" y="315"/>
                </a:cubicBezTo>
                <a:cubicBezTo>
                  <a:pt x="853" y="304"/>
                  <a:pt x="848" y="286"/>
                  <a:pt x="847" y="270"/>
                </a:cubicBezTo>
                <a:cubicBezTo>
                  <a:pt x="847" y="250"/>
                  <a:pt x="851" y="226"/>
                  <a:pt x="872" y="209"/>
                </a:cubicBezTo>
                <a:cubicBezTo>
                  <a:pt x="886" y="197"/>
                  <a:pt x="909" y="194"/>
                  <a:pt x="924" y="194"/>
                </a:cubicBezTo>
                <a:cubicBezTo>
                  <a:pt x="934" y="194"/>
                  <a:pt x="942" y="195"/>
                  <a:pt x="946" y="196"/>
                </a:cubicBezTo>
                <a:cubicBezTo>
                  <a:pt x="946" y="204"/>
                  <a:pt x="947" y="228"/>
                  <a:pt x="946" y="249"/>
                </a:cubicBezTo>
                <a:close/>
                <a:moveTo>
                  <a:pt x="446" y="97"/>
                </a:moveTo>
                <a:cubicBezTo>
                  <a:pt x="446" y="97"/>
                  <a:pt x="446" y="97"/>
                  <a:pt x="446" y="97"/>
                </a:cubicBezTo>
                <a:cubicBezTo>
                  <a:pt x="458" y="97"/>
                  <a:pt x="470" y="93"/>
                  <a:pt x="478" y="83"/>
                </a:cubicBezTo>
                <a:cubicBezTo>
                  <a:pt x="478" y="83"/>
                  <a:pt x="478" y="83"/>
                  <a:pt x="478" y="83"/>
                </a:cubicBezTo>
                <a:cubicBezTo>
                  <a:pt x="478" y="83"/>
                  <a:pt x="478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86" y="75"/>
                  <a:pt x="489" y="65"/>
                  <a:pt x="490" y="55"/>
                </a:cubicBezTo>
                <a:cubicBezTo>
                  <a:pt x="490" y="55"/>
                  <a:pt x="490" y="55"/>
                  <a:pt x="490" y="55"/>
                </a:cubicBezTo>
                <a:cubicBezTo>
                  <a:pt x="490" y="53"/>
                  <a:pt x="490" y="53"/>
                  <a:pt x="490" y="53"/>
                </a:cubicBezTo>
                <a:cubicBezTo>
                  <a:pt x="490" y="41"/>
                  <a:pt x="485" y="29"/>
                  <a:pt x="476" y="20"/>
                </a:cubicBezTo>
                <a:cubicBezTo>
                  <a:pt x="467" y="12"/>
                  <a:pt x="456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33" y="8"/>
                  <a:pt x="421" y="13"/>
                  <a:pt x="413" y="22"/>
                </a:cubicBezTo>
                <a:cubicBezTo>
                  <a:pt x="405" y="30"/>
                  <a:pt x="401" y="41"/>
                  <a:pt x="401" y="52"/>
                </a:cubicBezTo>
                <a:cubicBezTo>
                  <a:pt x="401" y="64"/>
                  <a:pt x="406" y="76"/>
                  <a:pt x="415" y="85"/>
                </a:cubicBezTo>
                <a:cubicBezTo>
                  <a:pt x="424" y="93"/>
                  <a:pt x="435" y="97"/>
                  <a:pt x="446" y="97"/>
                </a:cubicBezTo>
                <a:close/>
                <a:moveTo>
                  <a:pt x="662" y="142"/>
                </a:moveTo>
                <a:cubicBezTo>
                  <a:pt x="661" y="142"/>
                  <a:pt x="660" y="142"/>
                  <a:pt x="659" y="142"/>
                </a:cubicBezTo>
                <a:cubicBezTo>
                  <a:pt x="641" y="143"/>
                  <a:pt x="621" y="148"/>
                  <a:pt x="604" y="157"/>
                </a:cubicBezTo>
                <a:cubicBezTo>
                  <a:pt x="600" y="151"/>
                  <a:pt x="591" y="144"/>
                  <a:pt x="577" y="143"/>
                </a:cubicBezTo>
                <a:cubicBezTo>
                  <a:pt x="568" y="143"/>
                  <a:pt x="552" y="145"/>
                  <a:pt x="542" y="160"/>
                </a:cubicBezTo>
                <a:cubicBezTo>
                  <a:pt x="539" y="165"/>
                  <a:pt x="538" y="171"/>
                  <a:pt x="538" y="177"/>
                </a:cubicBezTo>
                <a:cubicBezTo>
                  <a:pt x="538" y="193"/>
                  <a:pt x="544" y="202"/>
                  <a:pt x="549" y="238"/>
                </a:cubicBezTo>
                <a:cubicBezTo>
                  <a:pt x="554" y="276"/>
                  <a:pt x="553" y="301"/>
                  <a:pt x="542" y="315"/>
                </a:cubicBezTo>
                <a:cubicBezTo>
                  <a:pt x="536" y="324"/>
                  <a:pt x="526" y="329"/>
                  <a:pt x="515" y="329"/>
                </a:cubicBezTo>
                <a:cubicBezTo>
                  <a:pt x="506" y="329"/>
                  <a:pt x="497" y="326"/>
                  <a:pt x="490" y="319"/>
                </a:cubicBezTo>
                <a:cubicBezTo>
                  <a:pt x="482" y="312"/>
                  <a:pt x="478" y="297"/>
                  <a:pt x="478" y="279"/>
                </a:cubicBezTo>
                <a:cubicBezTo>
                  <a:pt x="478" y="243"/>
                  <a:pt x="494" y="178"/>
                  <a:pt x="493" y="175"/>
                </a:cubicBezTo>
                <a:cubicBezTo>
                  <a:pt x="493" y="173"/>
                  <a:pt x="480" y="145"/>
                  <a:pt x="450" y="142"/>
                </a:cubicBezTo>
                <a:cubicBezTo>
                  <a:pt x="449" y="142"/>
                  <a:pt x="448" y="142"/>
                  <a:pt x="447" y="142"/>
                </a:cubicBezTo>
                <a:cubicBezTo>
                  <a:pt x="437" y="142"/>
                  <a:pt x="421" y="146"/>
                  <a:pt x="411" y="160"/>
                </a:cubicBezTo>
                <a:cubicBezTo>
                  <a:pt x="406" y="167"/>
                  <a:pt x="404" y="175"/>
                  <a:pt x="404" y="183"/>
                </a:cubicBezTo>
                <a:cubicBezTo>
                  <a:pt x="405" y="199"/>
                  <a:pt x="411" y="217"/>
                  <a:pt x="414" y="238"/>
                </a:cubicBezTo>
                <a:cubicBezTo>
                  <a:pt x="418" y="261"/>
                  <a:pt x="421" y="298"/>
                  <a:pt x="408" y="315"/>
                </a:cubicBezTo>
                <a:cubicBezTo>
                  <a:pt x="401" y="323"/>
                  <a:pt x="393" y="329"/>
                  <a:pt x="380" y="329"/>
                </a:cubicBezTo>
                <a:cubicBezTo>
                  <a:pt x="379" y="329"/>
                  <a:pt x="378" y="329"/>
                  <a:pt x="377" y="329"/>
                </a:cubicBezTo>
                <a:cubicBezTo>
                  <a:pt x="357" y="327"/>
                  <a:pt x="345" y="314"/>
                  <a:pt x="344" y="291"/>
                </a:cubicBezTo>
                <a:cubicBezTo>
                  <a:pt x="344" y="290"/>
                  <a:pt x="344" y="289"/>
                  <a:pt x="344" y="289"/>
                </a:cubicBezTo>
                <a:cubicBezTo>
                  <a:pt x="344" y="271"/>
                  <a:pt x="346" y="241"/>
                  <a:pt x="346" y="226"/>
                </a:cubicBezTo>
                <a:cubicBezTo>
                  <a:pt x="346" y="220"/>
                  <a:pt x="346" y="214"/>
                  <a:pt x="344" y="208"/>
                </a:cubicBezTo>
                <a:cubicBezTo>
                  <a:pt x="335" y="167"/>
                  <a:pt x="301" y="144"/>
                  <a:pt x="255" y="144"/>
                </a:cubicBezTo>
                <a:cubicBezTo>
                  <a:pt x="221" y="144"/>
                  <a:pt x="196" y="154"/>
                  <a:pt x="182" y="173"/>
                </a:cubicBezTo>
                <a:cubicBezTo>
                  <a:pt x="167" y="153"/>
                  <a:pt x="132" y="142"/>
                  <a:pt x="105" y="142"/>
                </a:cubicBezTo>
                <a:cubicBezTo>
                  <a:pt x="79" y="142"/>
                  <a:pt x="23" y="157"/>
                  <a:pt x="8" y="212"/>
                </a:cubicBezTo>
                <a:cubicBezTo>
                  <a:pt x="2" y="233"/>
                  <a:pt x="0" y="276"/>
                  <a:pt x="0" y="301"/>
                </a:cubicBezTo>
                <a:cubicBezTo>
                  <a:pt x="0" y="336"/>
                  <a:pt x="3" y="368"/>
                  <a:pt x="3" y="368"/>
                </a:cubicBezTo>
                <a:cubicBezTo>
                  <a:pt x="3" y="368"/>
                  <a:pt x="16" y="378"/>
                  <a:pt x="39" y="378"/>
                </a:cubicBezTo>
                <a:cubicBezTo>
                  <a:pt x="40" y="378"/>
                  <a:pt x="41" y="378"/>
                  <a:pt x="42" y="378"/>
                </a:cubicBezTo>
                <a:cubicBezTo>
                  <a:pt x="49" y="378"/>
                  <a:pt x="65" y="375"/>
                  <a:pt x="70" y="358"/>
                </a:cubicBezTo>
                <a:cubicBezTo>
                  <a:pt x="73" y="346"/>
                  <a:pt x="73" y="327"/>
                  <a:pt x="73" y="307"/>
                </a:cubicBezTo>
                <a:cubicBezTo>
                  <a:pt x="73" y="295"/>
                  <a:pt x="73" y="254"/>
                  <a:pt x="73" y="252"/>
                </a:cubicBezTo>
                <a:cubicBezTo>
                  <a:pt x="73" y="229"/>
                  <a:pt x="76" y="221"/>
                  <a:pt x="84" y="212"/>
                </a:cubicBezTo>
                <a:cubicBezTo>
                  <a:pt x="89" y="205"/>
                  <a:pt x="102" y="200"/>
                  <a:pt x="112" y="200"/>
                </a:cubicBezTo>
                <a:cubicBezTo>
                  <a:pt x="122" y="200"/>
                  <a:pt x="131" y="202"/>
                  <a:pt x="137" y="209"/>
                </a:cubicBezTo>
                <a:cubicBezTo>
                  <a:pt x="147" y="218"/>
                  <a:pt x="147" y="225"/>
                  <a:pt x="148" y="237"/>
                </a:cubicBezTo>
                <a:cubicBezTo>
                  <a:pt x="148" y="241"/>
                  <a:pt x="146" y="334"/>
                  <a:pt x="146" y="351"/>
                </a:cubicBezTo>
                <a:cubicBezTo>
                  <a:pt x="146" y="355"/>
                  <a:pt x="146" y="357"/>
                  <a:pt x="146" y="360"/>
                </a:cubicBezTo>
                <a:cubicBezTo>
                  <a:pt x="148" y="369"/>
                  <a:pt x="155" y="378"/>
                  <a:pt x="179" y="378"/>
                </a:cubicBezTo>
                <a:cubicBezTo>
                  <a:pt x="180" y="379"/>
                  <a:pt x="181" y="378"/>
                  <a:pt x="182" y="378"/>
                </a:cubicBezTo>
                <a:cubicBezTo>
                  <a:pt x="194" y="378"/>
                  <a:pt x="202" y="376"/>
                  <a:pt x="207" y="371"/>
                </a:cubicBezTo>
                <a:cubicBezTo>
                  <a:pt x="213" y="366"/>
                  <a:pt x="214" y="359"/>
                  <a:pt x="214" y="352"/>
                </a:cubicBezTo>
                <a:cubicBezTo>
                  <a:pt x="214" y="352"/>
                  <a:pt x="211" y="255"/>
                  <a:pt x="212" y="237"/>
                </a:cubicBezTo>
                <a:cubicBezTo>
                  <a:pt x="214" y="208"/>
                  <a:pt x="233" y="199"/>
                  <a:pt x="253" y="201"/>
                </a:cubicBezTo>
                <a:cubicBezTo>
                  <a:pt x="275" y="202"/>
                  <a:pt x="286" y="219"/>
                  <a:pt x="285" y="242"/>
                </a:cubicBezTo>
                <a:cubicBezTo>
                  <a:pt x="285" y="263"/>
                  <a:pt x="284" y="277"/>
                  <a:pt x="284" y="290"/>
                </a:cubicBezTo>
                <a:cubicBezTo>
                  <a:pt x="284" y="310"/>
                  <a:pt x="287" y="334"/>
                  <a:pt x="302" y="352"/>
                </a:cubicBezTo>
                <a:cubicBezTo>
                  <a:pt x="321" y="375"/>
                  <a:pt x="349" y="383"/>
                  <a:pt x="375" y="383"/>
                </a:cubicBezTo>
                <a:cubicBezTo>
                  <a:pt x="405" y="383"/>
                  <a:pt x="433" y="372"/>
                  <a:pt x="446" y="360"/>
                </a:cubicBezTo>
                <a:cubicBezTo>
                  <a:pt x="462" y="377"/>
                  <a:pt x="494" y="384"/>
                  <a:pt x="512" y="384"/>
                </a:cubicBezTo>
                <a:cubicBezTo>
                  <a:pt x="513" y="384"/>
                  <a:pt x="513" y="384"/>
                  <a:pt x="513" y="384"/>
                </a:cubicBezTo>
                <a:cubicBezTo>
                  <a:pt x="551" y="384"/>
                  <a:pt x="601" y="371"/>
                  <a:pt x="612" y="314"/>
                </a:cubicBezTo>
                <a:cubicBezTo>
                  <a:pt x="614" y="304"/>
                  <a:pt x="615" y="293"/>
                  <a:pt x="615" y="283"/>
                </a:cubicBezTo>
                <a:cubicBezTo>
                  <a:pt x="615" y="263"/>
                  <a:pt x="612" y="231"/>
                  <a:pt x="612" y="218"/>
                </a:cubicBezTo>
                <a:cubicBezTo>
                  <a:pt x="620" y="209"/>
                  <a:pt x="638" y="201"/>
                  <a:pt x="655" y="201"/>
                </a:cubicBezTo>
                <a:cubicBezTo>
                  <a:pt x="656" y="201"/>
                  <a:pt x="657" y="201"/>
                  <a:pt x="658" y="201"/>
                </a:cubicBezTo>
                <a:cubicBezTo>
                  <a:pt x="671" y="202"/>
                  <a:pt x="678" y="206"/>
                  <a:pt x="684" y="211"/>
                </a:cubicBezTo>
                <a:cubicBezTo>
                  <a:pt x="702" y="227"/>
                  <a:pt x="698" y="255"/>
                  <a:pt x="697" y="268"/>
                </a:cubicBezTo>
                <a:cubicBezTo>
                  <a:pt x="695" y="294"/>
                  <a:pt x="688" y="321"/>
                  <a:pt x="687" y="343"/>
                </a:cubicBezTo>
                <a:cubicBezTo>
                  <a:pt x="687" y="353"/>
                  <a:pt x="688" y="361"/>
                  <a:pt x="693" y="368"/>
                </a:cubicBezTo>
                <a:cubicBezTo>
                  <a:pt x="702" y="381"/>
                  <a:pt x="719" y="382"/>
                  <a:pt x="727" y="383"/>
                </a:cubicBezTo>
                <a:cubicBezTo>
                  <a:pt x="728" y="383"/>
                  <a:pt x="729" y="382"/>
                  <a:pt x="729" y="382"/>
                </a:cubicBezTo>
                <a:cubicBezTo>
                  <a:pt x="754" y="381"/>
                  <a:pt x="762" y="366"/>
                  <a:pt x="762" y="366"/>
                </a:cubicBezTo>
                <a:cubicBezTo>
                  <a:pt x="762" y="366"/>
                  <a:pt x="764" y="345"/>
                  <a:pt x="764" y="319"/>
                </a:cubicBezTo>
                <a:cubicBezTo>
                  <a:pt x="763" y="287"/>
                  <a:pt x="765" y="236"/>
                  <a:pt x="757" y="210"/>
                </a:cubicBezTo>
                <a:cubicBezTo>
                  <a:pt x="744" y="163"/>
                  <a:pt x="705" y="142"/>
                  <a:pt x="662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44" name="Textplatzhalter 43">
            <a:extLst>
              <a:ext uri="{FF2B5EF4-FFF2-40B4-BE49-F238E27FC236}">
                <a16:creationId xmlns:a16="http://schemas.microsoft.com/office/drawing/2014/main" id="{437E5F08-8896-9C44-4E98-AE26F32D5A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836613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ctr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F0E1519C-1AC7-A96B-00B8-EC08F5440793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F9F3AC0F-0D78-904C-BD50-ECEFBCB6B92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5451ED7C-6F6D-D8BC-C0BE-D5DFD48260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36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(Blau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10FA4-073F-B08C-B42B-83945AF3D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700213"/>
            <a:ext cx="6337301" cy="37449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Hier steht ein Präsentationtitel </a:t>
            </a:r>
            <a:br>
              <a:rPr lang="de-DE" dirty="0"/>
            </a:br>
            <a:r>
              <a:rPr lang="de-DE" dirty="0"/>
              <a:t>in mehreren Zeilen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05A26615-0770-9518-2E2B-387216985CBC}"/>
              </a:ext>
            </a:extLst>
          </p:cNvPr>
          <p:cNvSpPr>
            <a:spLocks noEditPoints="1"/>
          </p:cNvSpPr>
          <p:nvPr/>
        </p:nvSpPr>
        <p:spPr bwMode="invGray">
          <a:xfrm>
            <a:off x="11127281" y="6309945"/>
            <a:ext cx="56858" cy="62226"/>
          </a:xfrm>
          <a:custGeom>
            <a:avLst/>
            <a:gdLst>
              <a:gd name="T0" fmla="*/ 41 w 98"/>
              <a:gd name="T1" fmla="*/ 107 h 107"/>
              <a:gd name="T2" fmla="*/ 0 w 98"/>
              <a:gd name="T3" fmla="*/ 107 h 107"/>
              <a:gd name="T4" fmla="*/ 0 w 98"/>
              <a:gd name="T5" fmla="*/ 0 h 107"/>
              <a:gd name="T6" fmla="*/ 41 w 98"/>
              <a:gd name="T7" fmla="*/ 0 h 107"/>
              <a:gd name="T8" fmla="*/ 98 w 98"/>
              <a:gd name="T9" fmla="*/ 53 h 107"/>
              <a:gd name="T10" fmla="*/ 98 w 98"/>
              <a:gd name="T11" fmla="*/ 54 h 107"/>
              <a:gd name="T12" fmla="*/ 41 w 98"/>
              <a:gd name="T13" fmla="*/ 107 h 107"/>
              <a:gd name="T14" fmla="*/ 73 w 98"/>
              <a:gd name="T15" fmla="*/ 54 h 107"/>
              <a:gd name="T16" fmla="*/ 41 w 98"/>
              <a:gd name="T17" fmla="*/ 21 h 107"/>
              <a:gd name="T18" fmla="*/ 23 w 98"/>
              <a:gd name="T19" fmla="*/ 21 h 107"/>
              <a:gd name="T20" fmla="*/ 23 w 98"/>
              <a:gd name="T21" fmla="*/ 86 h 107"/>
              <a:gd name="T22" fmla="*/ 41 w 98"/>
              <a:gd name="T23" fmla="*/ 86 h 107"/>
              <a:gd name="T24" fmla="*/ 73 w 98"/>
              <a:gd name="T25" fmla="*/ 5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07">
                <a:moveTo>
                  <a:pt x="41" y="107"/>
                </a:move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75" y="0"/>
                  <a:pt x="98" y="23"/>
                  <a:pt x="98" y="53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84"/>
                  <a:pt x="75" y="107"/>
                  <a:pt x="41" y="107"/>
                </a:cubicBezTo>
                <a:close/>
                <a:moveTo>
                  <a:pt x="73" y="54"/>
                </a:moveTo>
                <a:cubicBezTo>
                  <a:pt x="73" y="35"/>
                  <a:pt x="60" y="21"/>
                  <a:pt x="41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86"/>
                  <a:pt x="23" y="86"/>
                  <a:pt x="23" y="86"/>
                </a:cubicBezTo>
                <a:cubicBezTo>
                  <a:pt x="41" y="86"/>
                  <a:pt x="41" y="86"/>
                  <a:pt x="41" y="86"/>
                </a:cubicBezTo>
                <a:cubicBezTo>
                  <a:pt x="60" y="86"/>
                  <a:pt x="73" y="73"/>
                  <a:pt x="73" y="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80B0B3C-0186-CD74-2807-8751DB9635D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1193412" y="6309945"/>
            <a:ext cx="13421" cy="6222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95A1885-35FB-97C8-FF37-62CF0F44B508}"/>
              </a:ext>
            </a:extLst>
          </p:cNvPr>
          <p:cNvSpPr>
            <a:spLocks noEditPoints="1"/>
          </p:cNvSpPr>
          <p:nvPr/>
        </p:nvSpPr>
        <p:spPr bwMode="invGray">
          <a:xfrm>
            <a:off x="11219034" y="6309945"/>
            <a:ext cx="53197" cy="62226"/>
          </a:xfrm>
          <a:custGeom>
            <a:avLst/>
            <a:gdLst>
              <a:gd name="T0" fmla="*/ 65 w 92"/>
              <a:gd name="T1" fmla="*/ 107 h 107"/>
              <a:gd name="T2" fmla="*/ 42 w 92"/>
              <a:gd name="T3" fmla="*/ 73 h 107"/>
              <a:gd name="T4" fmla="*/ 24 w 92"/>
              <a:gd name="T5" fmla="*/ 73 h 107"/>
              <a:gd name="T6" fmla="*/ 24 w 92"/>
              <a:gd name="T7" fmla="*/ 107 h 107"/>
              <a:gd name="T8" fmla="*/ 0 w 92"/>
              <a:gd name="T9" fmla="*/ 107 h 107"/>
              <a:gd name="T10" fmla="*/ 0 w 92"/>
              <a:gd name="T11" fmla="*/ 0 h 107"/>
              <a:gd name="T12" fmla="*/ 49 w 92"/>
              <a:gd name="T13" fmla="*/ 0 h 107"/>
              <a:gd name="T14" fmla="*/ 89 w 92"/>
              <a:gd name="T15" fmla="*/ 36 h 107"/>
              <a:gd name="T16" fmla="*/ 89 w 92"/>
              <a:gd name="T17" fmla="*/ 36 h 107"/>
              <a:gd name="T18" fmla="*/ 66 w 92"/>
              <a:gd name="T19" fmla="*/ 69 h 107"/>
              <a:gd name="T20" fmla="*/ 92 w 92"/>
              <a:gd name="T21" fmla="*/ 107 h 107"/>
              <a:gd name="T22" fmla="*/ 65 w 92"/>
              <a:gd name="T23" fmla="*/ 107 h 107"/>
              <a:gd name="T24" fmla="*/ 65 w 92"/>
              <a:gd name="T25" fmla="*/ 37 h 107"/>
              <a:gd name="T26" fmla="*/ 47 w 92"/>
              <a:gd name="T27" fmla="*/ 21 h 107"/>
              <a:gd name="T28" fmla="*/ 24 w 92"/>
              <a:gd name="T29" fmla="*/ 21 h 107"/>
              <a:gd name="T30" fmla="*/ 24 w 92"/>
              <a:gd name="T31" fmla="*/ 52 h 107"/>
              <a:gd name="T32" fmla="*/ 47 w 92"/>
              <a:gd name="T33" fmla="*/ 52 h 107"/>
              <a:gd name="T34" fmla="*/ 65 w 92"/>
              <a:gd name="T35" fmla="*/ 3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2" h="107">
                <a:moveTo>
                  <a:pt x="65" y="107"/>
                </a:moveTo>
                <a:cubicBezTo>
                  <a:pt x="42" y="73"/>
                  <a:pt x="42" y="73"/>
                  <a:pt x="42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74" y="0"/>
                  <a:pt x="89" y="13"/>
                  <a:pt x="89" y="36"/>
                </a:cubicBezTo>
                <a:cubicBezTo>
                  <a:pt x="89" y="36"/>
                  <a:pt x="89" y="36"/>
                  <a:pt x="89" y="36"/>
                </a:cubicBezTo>
                <a:cubicBezTo>
                  <a:pt x="89" y="53"/>
                  <a:pt x="79" y="64"/>
                  <a:pt x="66" y="69"/>
                </a:cubicBezTo>
                <a:cubicBezTo>
                  <a:pt x="92" y="107"/>
                  <a:pt x="92" y="107"/>
                  <a:pt x="92" y="107"/>
                </a:cubicBezTo>
                <a:lnTo>
                  <a:pt x="65" y="107"/>
                </a:lnTo>
                <a:close/>
                <a:moveTo>
                  <a:pt x="65" y="37"/>
                </a:moveTo>
                <a:cubicBezTo>
                  <a:pt x="65" y="27"/>
                  <a:pt x="58" y="21"/>
                  <a:pt x="47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52"/>
                  <a:pt x="24" y="52"/>
                  <a:pt x="24" y="52"/>
                </a:cubicBezTo>
                <a:cubicBezTo>
                  <a:pt x="47" y="52"/>
                  <a:pt x="47" y="52"/>
                  <a:pt x="47" y="52"/>
                </a:cubicBezTo>
                <a:cubicBezTo>
                  <a:pt x="59" y="52"/>
                  <a:pt x="65" y="46"/>
                  <a:pt x="65" y="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512CF047-854F-DCC9-160D-FA55B0BBEBE4}"/>
              </a:ext>
            </a:extLst>
          </p:cNvPr>
          <p:cNvSpPr>
            <a:spLocks/>
          </p:cNvSpPr>
          <p:nvPr/>
        </p:nvSpPr>
        <p:spPr bwMode="invGray">
          <a:xfrm>
            <a:off x="11280284" y="6309945"/>
            <a:ext cx="46365" cy="62226"/>
          </a:xfrm>
          <a:custGeom>
            <a:avLst/>
            <a:gdLst>
              <a:gd name="T0" fmla="*/ 0 w 190"/>
              <a:gd name="T1" fmla="*/ 255 h 255"/>
              <a:gd name="T2" fmla="*/ 0 w 190"/>
              <a:gd name="T3" fmla="*/ 0 h 255"/>
              <a:gd name="T4" fmla="*/ 190 w 190"/>
              <a:gd name="T5" fmla="*/ 0 h 255"/>
              <a:gd name="T6" fmla="*/ 190 w 190"/>
              <a:gd name="T7" fmla="*/ 50 h 255"/>
              <a:gd name="T8" fmla="*/ 55 w 190"/>
              <a:gd name="T9" fmla="*/ 50 h 255"/>
              <a:gd name="T10" fmla="*/ 55 w 190"/>
              <a:gd name="T11" fmla="*/ 103 h 255"/>
              <a:gd name="T12" fmla="*/ 174 w 190"/>
              <a:gd name="T13" fmla="*/ 103 h 255"/>
              <a:gd name="T14" fmla="*/ 174 w 190"/>
              <a:gd name="T15" fmla="*/ 153 h 255"/>
              <a:gd name="T16" fmla="*/ 55 w 190"/>
              <a:gd name="T17" fmla="*/ 153 h 255"/>
              <a:gd name="T18" fmla="*/ 55 w 190"/>
              <a:gd name="T19" fmla="*/ 205 h 255"/>
              <a:gd name="T20" fmla="*/ 190 w 190"/>
              <a:gd name="T21" fmla="*/ 205 h 255"/>
              <a:gd name="T22" fmla="*/ 190 w 190"/>
              <a:gd name="T23" fmla="*/ 255 h 255"/>
              <a:gd name="T24" fmla="*/ 0 w 190"/>
              <a:gd name="T25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0" h="255">
                <a:moveTo>
                  <a:pt x="0" y="255"/>
                </a:moveTo>
                <a:lnTo>
                  <a:pt x="0" y="0"/>
                </a:lnTo>
                <a:lnTo>
                  <a:pt x="190" y="0"/>
                </a:lnTo>
                <a:lnTo>
                  <a:pt x="190" y="50"/>
                </a:lnTo>
                <a:lnTo>
                  <a:pt x="55" y="50"/>
                </a:lnTo>
                <a:lnTo>
                  <a:pt x="55" y="103"/>
                </a:lnTo>
                <a:lnTo>
                  <a:pt x="174" y="103"/>
                </a:lnTo>
                <a:lnTo>
                  <a:pt x="174" y="153"/>
                </a:lnTo>
                <a:lnTo>
                  <a:pt x="55" y="153"/>
                </a:lnTo>
                <a:lnTo>
                  <a:pt x="55" y="205"/>
                </a:lnTo>
                <a:lnTo>
                  <a:pt x="190" y="205"/>
                </a:lnTo>
                <a:lnTo>
                  <a:pt x="190" y="255"/>
                </a:lnTo>
                <a:lnTo>
                  <a:pt x="0" y="2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7C97672C-7F43-2299-5AF6-8016CB9F3975}"/>
              </a:ext>
            </a:extLst>
          </p:cNvPr>
          <p:cNvSpPr>
            <a:spLocks/>
          </p:cNvSpPr>
          <p:nvPr/>
        </p:nvSpPr>
        <p:spPr bwMode="invGray">
          <a:xfrm>
            <a:off x="11333238" y="6308725"/>
            <a:ext cx="56614" cy="64666"/>
          </a:xfrm>
          <a:custGeom>
            <a:avLst/>
            <a:gdLst>
              <a:gd name="T0" fmla="*/ 54 w 98"/>
              <a:gd name="T1" fmla="*/ 111 h 111"/>
              <a:gd name="T2" fmla="*/ 0 w 98"/>
              <a:gd name="T3" fmla="*/ 56 h 111"/>
              <a:gd name="T4" fmla="*/ 0 w 98"/>
              <a:gd name="T5" fmla="*/ 56 h 111"/>
              <a:gd name="T6" fmla="*/ 55 w 98"/>
              <a:gd name="T7" fmla="*/ 0 h 111"/>
              <a:gd name="T8" fmla="*/ 97 w 98"/>
              <a:gd name="T9" fmla="*/ 17 h 111"/>
              <a:gd name="T10" fmla="*/ 82 w 98"/>
              <a:gd name="T11" fmla="*/ 34 h 111"/>
              <a:gd name="T12" fmla="*/ 55 w 98"/>
              <a:gd name="T13" fmla="*/ 22 h 111"/>
              <a:gd name="T14" fmla="*/ 24 w 98"/>
              <a:gd name="T15" fmla="*/ 55 h 111"/>
              <a:gd name="T16" fmla="*/ 24 w 98"/>
              <a:gd name="T17" fmla="*/ 56 h 111"/>
              <a:gd name="T18" fmla="*/ 55 w 98"/>
              <a:gd name="T19" fmla="*/ 89 h 111"/>
              <a:gd name="T20" fmla="*/ 83 w 98"/>
              <a:gd name="T21" fmla="*/ 77 h 111"/>
              <a:gd name="T22" fmla="*/ 98 w 98"/>
              <a:gd name="T23" fmla="*/ 92 h 111"/>
              <a:gd name="T24" fmla="*/ 54 w 98"/>
              <a:gd name="T25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11">
                <a:moveTo>
                  <a:pt x="54" y="111"/>
                </a:moveTo>
                <a:cubicBezTo>
                  <a:pt x="23" y="111"/>
                  <a:pt x="0" y="87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2" y="0"/>
                  <a:pt x="55" y="0"/>
                </a:cubicBezTo>
                <a:cubicBezTo>
                  <a:pt x="75" y="0"/>
                  <a:pt x="87" y="7"/>
                  <a:pt x="97" y="17"/>
                </a:cubicBezTo>
                <a:cubicBezTo>
                  <a:pt x="82" y="34"/>
                  <a:pt x="82" y="34"/>
                  <a:pt x="82" y="34"/>
                </a:cubicBezTo>
                <a:cubicBezTo>
                  <a:pt x="74" y="27"/>
                  <a:pt x="65" y="22"/>
                  <a:pt x="55" y="22"/>
                </a:cubicBezTo>
                <a:cubicBezTo>
                  <a:pt x="37" y="22"/>
                  <a:pt x="24" y="37"/>
                  <a:pt x="24" y="55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74"/>
                  <a:pt x="37" y="89"/>
                  <a:pt x="55" y="89"/>
                </a:cubicBezTo>
                <a:cubicBezTo>
                  <a:pt x="67" y="89"/>
                  <a:pt x="74" y="85"/>
                  <a:pt x="83" y="77"/>
                </a:cubicBezTo>
                <a:cubicBezTo>
                  <a:pt x="98" y="92"/>
                  <a:pt x="98" y="92"/>
                  <a:pt x="98" y="92"/>
                </a:cubicBezTo>
                <a:cubicBezTo>
                  <a:pt x="87" y="104"/>
                  <a:pt x="75" y="111"/>
                  <a:pt x="54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A492B6E6-E38D-4669-6147-B07614C78104}"/>
              </a:ext>
            </a:extLst>
          </p:cNvPr>
          <p:cNvSpPr>
            <a:spLocks/>
          </p:cNvSpPr>
          <p:nvPr/>
        </p:nvSpPr>
        <p:spPr bwMode="invGray">
          <a:xfrm>
            <a:off x="11393512" y="6309945"/>
            <a:ext cx="51001" cy="62226"/>
          </a:xfrm>
          <a:custGeom>
            <a:avLst/>
            <a:gdLst>
              <a:gd name="T0" fmla="*/ 133 w 209"/>
              <a:gd name="T1" fmla="*/ 53 h 255"/>
              <a:gd name="T2" fmla="*/ 133 w 209"/>
              <a:gd name="T3" fmla="*/ 255 h 255"/>
              <a:gd name="T4" fmla="*/ 78 w 209"/>
              <a:gd name="T5" fmla="*/ 255 h 255"/>
              <a:gd name="T6" fmla="*/ 78 w 209"/>
              <a:gd name="T7" fmla="*/ 53 h 255"/>
              <a:gd name="T8" fmla="*/ 0 w 209"/>
              <a:gd name="T9" fmla="*/ 53 h 255"/>
              <a:gd name="T10" fmla="*/ 0 w 209"/>
              <a:gd name="T11" fmla="*/ 0 h 255"/>
              <a:gd name="T12" fmla="*/ 209 w 209"/>
              <a:gd name="T13" fmla="*/ 0 h 255"/>
              <a:gd name="T14" fmla="*/ 209 w 209"/>
              <a:gd name="T15" fmla="*/ 53 h 255"/>
              <a:gd name="T16" fmla="*/ 133 w 209"/>
              <a:gd name="T17" fmla="*/ 53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9" h="255">
                <a:moveTo>
                  <a:pt x="133" y="53"/>
                </a:moveTo>
                <a:lnTo>
                  <a:pt x="133" y="255"/>
                </a:lnTo>
                <a:lnTo>
                  <a:pt x="78" y="255"/>
                </a:lnTo>
                <a:lnTo>
                  <a:pt x="78" y="53"/>
                </a:lnTo>
                <a:lnTo>
                  <a:pt x="0" y="53"/>
                </a:lnTo>
                <a:lnTo>
                  <a:pt x="0" y="0"/>
                </a:lnTo>
                <a:lnTo>
                  <a:pt x="209" y="0"/>
                </a:lnTo>
                <a:lnTo>
                  <a:pt x="209" y="53"/>
                </a:lnTo>
                <a:lnTo>
                  <a:pt x="133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46B69D09-7649-916D-EAF5-1C3343DBB86C}"/>
              </a:ext>
            </a:extLst>
          </p:cNvPr>
          <p:cNvSpPr>
            <a:spLocks noEditPoints="1"/>
          </p:cNvSpPr>
          <p:nvPr/>
        </p:nvSpPr>
        <p:spPr bwMode="invGray">
          <a:xfrm>
            <a:off x="11240508" y="6311165"/>
            <a:ext cx="614942" cy="223526"/>
          </a:xfrm>
          <a:custGeom>
            <a:avLst/>
            <a:gdLst>
              <a:gd name="T0" fmla="*/ 1012 w 1061"/>
              <a:gd name="T1" fmla="*/ 283 h 384"/>
              <a:gd name="T2" fmla="*/ 978 w 1061"/>
              <a:gd name="T3" fmla="*/ 1 h 384"/>
              <a:gd name="T4" fmla="*/ 946 w 1061"/>
              <a:gd name="T5" fmla="*/ 139 h 384"/>
              <a:gd name="T6" fmla="*/ 825 w 1061"/>
              <a:gd name="T7" fmla="*/ 169 h 384"/>
              <a:gd name="T8" fmla="*/ 786 w 1061"/>
              <a:gd name="T9" fmla="*/ 273 h 384"/>
              <a:gd name="T10" fmla="*/ 904 w 1061"/>
              <a:gd name="T11" fmla="*/ 383 h 384"/>
              <a:gd name="T12" fmla="*/ 975 w 1061"/>
              <a:gd name="T13" fmla="*/ 352 h 384"/>
              <a:gd name="T14" fmla="*/ 1026 w 1061"/>
              <a:gd name="T15" fmla="*/ 377 h 384"/>
              <a:gd name="T16" fmla="*/ 1028 w 1061"/>
              <a:gd name="T17" fmla="*/ 323 h 384"/>
              <a:gd name="T18" fmla="*/ 933 w 1061"/>
              <a:gd name="T19" fmla="*/ 311 h 384"/>
              <a:gd name="T20" fmla="*/ 867 w 1061"/>
              <a:gd name="T21" fmla="*/ 315 h 384"/>
              <a:gd name="T22" fmla="*/ 872 w 1061"/>
              <a:gd name="T23" fmla="*/ 209 h 384"/>
              <a:gd name="T24" fmla="*/ 946 w 1061"/>
              <a:gd name="T25" fmla="*/ 196 h 384"/>
              <a:gd name="T26" fmla="*/ 446 w 1061"/>
              <a:gd name="T27" fmla="*/ 97 h 384"/>
              <a:gd name="T28" fmla="*/ 478 w 1061"/>
              <a:gd name="T29" fmla="*/ 83 h 384"/>
              <a:gd name="T30" fmla="*/ 479 w 1061"/>
              <a:gd name="T31" fmla="*/ 83 h 384"/>
              <a:gd name="T32" fmla="*/ 479 w 1061"/>
              <a:gd name="T33" fmla="*/ 83 h 384"/>
              <a:gd name="T34" fmla="*/ 490 w 1061"/>
              <a:gd name="T35" fmla="*/ 55 h 384"/>
              <a:gd name="T36" fmla="*/ 476 w 1061"/>
              <a:gd name="T37" fmla="*/ 20 h 384"/>
              <a:gd name="T38" fmla="*/ 445 w 1061"/>
              <a:gd name="T39" fmla="*/ 8 h 384"/>
              <a:gd name="T40" fmla="*/ 413 w 1061"/>
              <a:gd name="T41" fmla="*/ 22 h 384"/>
              <a:gd name="T42" fmla="*/ 415 w 1061"/>
              <a:gd name="T43" fmla="*/ 85 h 384"/>
              <a:gd name="T44" fmla="*/ 662 w 1061"/>
              <a:gd name="T45" fmla="*/ 142 h 384"/>
              <a:gd name="T46" fmla="*/ 604 w 1061"/>
              <a:gd name="T47" fmla="*/ 157 h 384"/>
              <a:gd name="T48" fmla="*/ 542 w 1061"/>
              <a:gd name="T49" fmla="*/ 160 h 384"/>
              <a:gd name="T50" fmla="*/ 549 w 1061"/>
              <a:gd name="T51" fmla="*/ 238 h 384"/>
              <a:gd name="T52" fmla="*/ 515 w 1061"/>
              <a:gd name="T53" fmla="*/ 329 h 384"/>
              <a:gd name="T54" fmla="*/ 478 w 1061"/>
              <a:gd name="T55" fmla="*/ 279 h 384"/>
              <a:gd name="T56" fmla="*/ 450 w 1061"/>
              <a:gd name="T57" fmla="*/ 142 h 384"/>
              <a:gd name="T58" fmla="*/ 411 w 1061"/>
              <a:gd name="T59" fmla="*/ 160 h 384"/>
              <a:gd name="T60" fmla="*/ 414 w 1061"/>
              <a:gd name="T61" fmla="*/ 238 h 384"/>
              <a:gd name="T62" fmla="*/ 380 w 1061"/>
              <a:gd name="T63" fmla="*/ 329 h 384"/>
              <a:gd name="T64" fmla="*/ 344 w 1061"/>
              <a:gd name="T65" fmla="*/ 291 h 384"/>
              <a:gd name="T66" fmla="*/ 346 w 1061"/>
              <a:gd name="T67" fmla="*/ 226 h 384"/>
              <a:gd name="T68" fmla="*/ 255 w 1061"/>
              <a:gd name="T69" fmla="*/ 144 h 384"/>
              <a:gd name="T70" fmla="*/ 105 w 1061"/>
              <a:gd name="T71" fmla="*/ 142 h 384"/>
              <a:gd name="T72" fmla="*/ 0 w 1061"/>
              <a:gd name="T73" fmla="*/ 301 h 384"/>
              <a:gd name="T74" fmla="*/ 39 w 1061"/>
              <a:gd name="T75" fmla="*/ 378 h 384"/>
              <a:gd name="T76" fmla="*/ 70 w 1061"/>
              <a:gd name="T77" fmla="*/ 358 h 384"/>
              <a:gd name="T78" fmla="*/ 73 w 1061"/>
              <a:gd name="T79" fmla="*/ 252 h 384"/>
              <a:gd name="T80" fmla="*/ 112 w 1061"/>
              <a:gd name="T81" fmla="*/ 200 h 384"/>
              <a:gd name="T82" fmla="*/ 148 w 1061"/>
              <a:gd name="T83" fmla="*/ 237 h 384"/>
              <a:gd name="T84" fmla="*/ 146 w 1061"/>
              <a:gd name="T85" fmla="*/ 360 h 384"/>
              <a:gd name="T86" fmla="*/ 182 w 1061"/>
              <a:gd name="T87" fmla="*/ 378 h 384"/>
              <a:gd name="T88" fmla="*/ 214 w 1061"/>
              <a:gd name="T89" fmla="*/ 352 h 384"/>
              <a:gd name="T90" fmla="*/ 253 w 1061"/>
              <a:gd name="T91" fmla="*/ 201 h 384"/>
              <a:gd name="T92" fmla="*/ 284 w 1061"/>
              <a:gd name="T93" fmla="*/ 290 h 384"/>
              <a:gd name="T94" fmla="*/ 375 w 1061"/>
              <a:gd name="T95" fmla="*/ 383 h 384"/>
              <a:gd name="T96" fmla="*/ 512 w 1061"/>
              <a:gd name="T97" fmla="*/ 384 h 384"/>
              <a:gd name="T98" fmla="*/ 612 w 1061"/>
              <a:gd name="T99" fmla="*/ 314 h 384"/>
              <a:gd name="T100" fmla="*/ 612 w 1061"/>
              <a:gd name="T101" fmla="*/ 218 h 384"/>
              <a:gd name="T102" fmla="*/ 658 w 1061"/>
              <a:gd name="T103" fmla="*/ 201 h 384"/>
              <a:gd name="T104" fmla="*/ 697 w 1061"/>
              <a:gd name="T105" fmla="*/ 268 h 384"/>
              <a:gd name="T106" fmla="*/ 693 w 1061"/>
              <a:gd name="T107" fmla="*/ 368 h 384"/>
              <a:gd name="T108" fmla="*/ 729 w 1061"/>
              <a:gd name="T109" fmla="*/ 382 h 384"/>
              <a:gd name="T110" fmla="*/ 764 w 1061"/>
              <a:gd name="T111" fmla="*/ 319 h 384"/>
              <a:gd name="T112" fmla="*/ 662 w 1061"/>
              <a:gd name="T113" fmla="*/ 14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61" h="384">
                <a:moveTo>
                  <a:pt x="1028" y="323"/>
                </a:moveTo>
                <a:cubicBezTo>
                  <a:pt x="1021" y="319"/>
                  <a:pt x="1012" y="313"/>
                  <a:pt x="1012" y="283"/>
                </a:cubicBezTo>
                <a:cubicBezTo>
                  <a:pt x="1012" y="282"/>
                  <a:pt x="1021" y="13"/>
                  <a:pt x="1021" y="13"/>
                </a:cubicBezTo>
                <a:cubicBezTo>
                  <a:pt x="1021" y="13"/>
                  <a:pt x="1006" y="0"/>
                  <a:pt x="978" y="1"/>
                </a:cubicBezTo>
                <a:cubicBezTo>
                  <a:pt x="945" y="2"/>
                  <a:pt x="939" y="19"/>
                  <a:pt x="941" y="45"/>
                </a:cubicBezTo>
                <a:cubicBezTo>
                  <a:pt x="944" y="90"/>
                  <a:pt x="946" y="139"/>
                  <a:pt x="946" y="139"/>
                </a:cubicBezTo>
                <a:cubicBezTo>
                  <a:pt x="946" y="139"/>
                  <a:pt x="936" y="138"/>
                  <a:pt x="927" y="138"/>
                </a:cubicBezTo>
                <a:cubicBezTo>
                  <a:pt x="892" y="138"/>
                  <a:pt x="850" y="147"/>
                  <a:pt x="825" y="169"/>
                </a:cubicBezTo>
                <a:cubicBezTo>
                  <a:pt x="806" y="185"/>
                  <a:pt x="793" y="207"/>
                  <a:pt x="788" y="240"/>
                </a:cubicBezTo>
                <a:cubicBezTo>
                  <a:pt x="787" y="244"/>
                  <a:pt x="785" y="259"/>
                  <a:pt x="786" y="273"/>
                </a:cubicBezTo>
                <a:cubicBezTo>
                  <a:pt x="789" y="301"/>
                  <a:pt x="795" y="334"/>
                  <a:pt x="828" y="360"/>
                </a:cubicBezTo>
                <a:cubicBezTo>
                  <a:pt x="850" y="377"/>
                  <a:pt x="878" y="383"/>
                  <a:pt x="904" y="383"/>
                </a:cubicBezTo>
                <a:cubicBezTo>
                  <a:pt x="909" y="383"/>
                  <a:pt x="913" y="382"/>
                  <a:pt x="917" y="382"/>
                </a:cubicBezTo>
                <a:cubicBezTo>
                  <a:pt x="949" y="378"/>
                  <a:pt x="964" y="367"/>
                  <a:pt x="975" y="352"/>
                </a:cubicBezTo>
                <a:cubicBezTo>
                  <a:pt x="979" y="362"/>
                  <a:pt x="989" y="372"/>
                  <a:pt x="1004" y="376"/>
                </a:cubicBezTo>
                <a:cubicBezTo>
                  <a:pt x="1014" y="378"/>
                  <a:pt x="1025" y="378"/>
                  <a:pt x="1026" y="377"/>
                </a:cubicBezTo>
                <a:cubicBezTo>
                  <a:pt x="1057" y="368"/>
                  <a:pt x="1061" y="331"/>
                  <a:pt x="1059" y="330"/>
                </a:cubicBezTo>
                <a:cubicBezTo>
                  <a:pt x="1057" y="330"/>
                  <a:pt x="1040" y="330"/>
                  <a:pt x="1028" y="323"/>
                </a:cubicBezTo>
                <a:close/>
                <a:moveTo>
                  <a:pt x="946" y="249"/>
                </a:moveTo>
                <a:cubicBezTo>
                  <a:pt x="945" y="274"/>
                  <a:pt x="944" y="298"/>
                  <a:pt x="933" y="311"/>
                </a:cubicBezTo>
                <a:cubicBezTo>
                  <a:pt x="925" y="321"/>
                  <a:pt x="914" y="325"/>
                  <a:pt x="900" y="325"/>
                </a:cubicBezTo>
                <a:cubicBezTo>
                  <a:pt x="891" y="325"/>
                  <a:pt x="878" y="324"/>
                  <a:pt x="867" y="315"/>
                </a:cubicBezTo>
                <a:cubicBezTo>
                  <a:pt x="853" y="304"/>
                  <a:pt x="848" y="286"/>
                  <a:pt x="847" y="270"/>
                </a:cubicBezTo>
                <a:cubicBezTo>
                  <a:pt x="847" y="250"/>
                  <a:pt x="851" y="226"/>
                  <a:pt x="872" y="209"/>
                </a:cubicBezTo>
                <a:cubicBezTo>
                  <a:pt x="886" y="197"/>
                  <a:pt x="909" y="194"/>
                  <a:pt x="924" y="194"/>
                </a:cubicBezTo>
                <a:cubicBezTo>
                  <a:pt x="934" y="194"/>
                  <a:pt x="942" y="195"/>
                  <a:pt x="946" y="196"/>
                </a:cubicBezTo>
                <a:cubicBezTo>
                  <a:pt x="946" y="204"/>
                  <a:pt x="947" y="228"/>
                  <a:pt x="946" y="249"/>
                </a:cubicBezTo>
                <a:close/>
                <a:moveTo>
                  <a:pt x="446" y="97"/>
                </a:moveTo>
                <a:cubicBezTo>
                  <a:pt x="446" y="97"/>
                  <a:pt x="446" y="97"/>
                  <a:pt x="446" y="97"/>
                </a:cubicBezTo>
                <a:cubicBezTo>
                  <a:pt x="458" y="97"/>
                  <a:pt x="470" y="93"/>
                  <a:pt x="478" y="83"/>
                </a:cubicBezTo>
                <a:cubicBezTo>
                  <a:pt x="478" y="83"/>
                  <a:pt x="478" y="83"/>
                  <a:pt x="478" y="83"/>
                </a:cubicBezTo>
                <a:cubicBezTo>
                  <a:pt x="478" y="83"/>
                  <a:pt x="478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86" y="75"/>
                  <a:pt x="489" y="65"/>
                  <a:pt x="490" y="55"/>
                </a:cubicBezTo>
                <a:cubicBezTo>
                  <a:pt x="490" y="55"/>
                  <a:pt x="490" y="55"/>
                  <a:pt x="490" y="55"/>
                </a:cubicBezTo>
                <a:cubicBezTo>
                  <a:pt x="490" y="53"/>
                  <a:pt x="490" y="53"/>
                  <a:pt x="490" y="53"/>
                </a:cubicBezTo>
                <a:cubicBezTo>
                  <a:pt x="490" y="41"/>
                  <a:pt x="485" y="29"/>
                  <a:pt x="476" y="20"/>
                </a:cubicBezTo>
                <a:cubicBezTo>
                  <a:pt x="467" y="12"/>
                  <a:pt x="456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33" y="8"/>
                  <a:pt x="421" y="13"/>
                  <a:pt x="413" y="22"/>
                </a:cubicBezTo>
                <a:cubicBezTo>
                  <a:pt x="405" y="30"/>
                  <a:pt x="401" y="41"/>
                  <a:pt x="401" y="52"/>
                </a:cubicBezTo>
                <a:cubicBezTo>
                  <a:pt x="401" y="64"/>
                  <a:pt x="406" y="76"/>
                  <a:pt x="415" y="85"/>
                </a:cubicBezTo>
                <a:cubicBezTo>
                  <a:pt x="424" y="93"/>
                  <a:pt x="435" y="97"/>
                  <a:pt x="446" y="97"/>
                </a:cubicBezTo>
                <a:close/>
                <a:moveTo>
                  <a:pt x="662" y="142"/>
                </a:moveTo>
                <a:cubicBezTo>
                  <a:pt x="661" y="142"/>
                  <a:pt x="660" y="142"/>
                  <a:pt x="659" y="142"/>
                </a:cubicBezTo>
                <a:cubicBezTo>
                  <a:pt x="641" y="143"/>
                  <a:pt x="621" y="148"/>
                  <a:pt x="604" y="157"/>
                </a:cubicBezTo>
                <a:cubicBezTo>
                  <a:pt x="600" y="151"/>
                  <a:pt x="591" y="144"/>
                  <a:pt x="577" y="143"/>
                </a:cubicBezTo>
                <a:cubicBezTo>
                  <a:pt x="568" y="143"/>
                  <a:pt x="552" y="145"/>
                  <a:pt x="542" y="160"/>
                </a:cubicBezTo>
                <a:cubicBezTo>
                  <a:pt x="539" y="165"/>
                  <a:pt x="538" y="171"/>
                  <a:pt x="538" y="177"/>
                </a:cubicBezTo>
                <a:cubicBezTo>
                  <a:pt x="538" y="193"/>
                  <a:pt x="544" y="202"/>
                  <a:pt x="549" y="238"/>
                </a:cubicBezTo>
                <a:cubicBezTo>
                  <a:pt x="554" y="276"/>
                  <a:pt x="553" y="301"/>
                  <a:pt x="542" y="315"/>
                </a:cubicBezTo>
                <a:cubicBezTo>
                  <a:pt x="536" y="324"/>
                  <a:pt x="526" y="329"/>
                  <a:pt x="515" y="329"/>
                </a:cubicBezTo>
                <a:cubicBezTo>
                  <a:pt x="506" y="329"/>
                  <a:pt x="497" y="326"/>
                  <a:pt x="490" y="319"/>
                </a:cubicBezTo>
                <a:cubicBezTo>
                  <a:pt x="482" y="312"/>
                  <a:pt x="478" y="297"/>
                  <a:pt x="478" y="279"/>
                </a:cubicBezTo>
                <a:cubicBezTo>
                  <a:pt x="478" y="243"/>
                  <a:pt x="494" y="178"/>
                  <a:pt x="493" y="175"/>
                </a:cubicBezTo>
                <a:cubicBezTo>
                  <a:pt x="493" y="173"/>
                  <a:pt x="480" y="145"/>
                  <a:pt x="450" y="142"/>
                </a:cubicBezTo>
                <a:cubicBezTo>
                  <a:pt x="449" y="142"/>
                  <a:pt x="448" y="142"/>
                  <a:pt x="447" y="142"/>
                </a:cubicBezTo>
                <a:cubicBezTo>
                  <a:pt x="437" y="142"/>
                  <a:pt x="421" y="146"/>
                  <a:pt x="411" y="160"/>
                </a:cubicBezTo>
                <a:cubicBezTo>
                  <a:pt x="406" y="167"/>
                  <a:pt x="404" y="175"/>
                  <a:pt x="404" y="183"/>
                </a:cubicBezTo>
                <a:cubicBezTo>
                  <a:pt x="405" y="199"/>
                  <a:pt x="411" y="217"/>
                  <a:pt x="414" y="238"/>
                </a:cubicBezTo>
                <a:cubicBezTo>
                  <a:pt x="418" y="261"/>
                  <a:pt x="421" y="298"/>
                  <a:pt x="408" y="315"/>
                </a:cubicBezTo>
                <a:cubicBezTo>
                  <a:pt x="401" y="323"/>
                  <a:pt x="393" y="329"/>
                  <a:pt x="380" y="329"/>
                </a:cubicBezTo>
                <a:cubicBezTo>
                  <a:pt x="379" y="329"/>
                  <a:pt x="378" y="329"/>
                  <a:pt x="377" y="329"/>
                </a:cubicBezTo>
                <a:cubicBezTo>
                  <a:pt x="357" y="327"/>
                  <a:pt x="345" y="314"/>
                  <a:pt x="344" y="291"/>
                </a:cubicBezTo>
                <a:cubicBezTo>
                  <a:pt x="344" y="290"/>
                  <a:pt x="344" y="289"/>
                  <a:pt x="344" y="289"/>
                </a:cubicBezTo>
                <a:cubicBezTo>
                  <a:pt x="344" y="271"/>
                  <a:pt x="346" y="241"/>
                  <a:pt x="346" y="226"/>
                </a:cubicBezTo>
                <a:cubicBezTo>
                  <a:pt x="346" y="220"/>
                  <a:pt x="346" y="214"/>
                  <a:pt x="344" y="208"/>
                </a:cubicBezTo>
                <a:cubicBezTo>
                  <a:pt x="335" y="167"/>
                  <a:pt x="301" y="144"/>
                  <a:pt x="255" y="144"/>
                </a:cubicBezTo>
                <a:cubicBezTo>
                  <a:pt x="221" y="144"/>
                  <a:pt x="196" y="154"/>
                  <a:pt x="182" y="173"/>
                </a:cubicBezTo>
                <a:cubicBezTo>
                  <a:pt x="167" y="153"/>
                  <a:pt x="132" y="142"/>
                  <a:pt x="105" y="142"/>
                </a:cubicBezTo>
                <a:cubicBezTo>
                  <a:pt x="79" y="142"/>
                  <a:pt x="23" y="157"/>
                  <a:pt x="8" y="212"/>
                </a:cubicBezTo>
                <a:cubicBezTo>
                  <a:pt x="2" y="233"/>
                  <a:pt x="0" y="276"/>
                  <a:pt x="0" y="301"/>
                </a:cubicBezTo>
                <a:cubicBezTo>
                  <a:pt x="0" y="336"/>
                  <a:pt x="3" y="368"/>
                  <a:pt x="3" y="368"/>
                </a:cubicBezTo>
                <a:cubicBezTo>
                  <a:pt x="3" y="368"/>
                  <a:pt x="16" y="378"/>
                  <a:pt x="39" y="378"/>
                </a:cubicBezTo>
                <a:cubicBezTo>
                  <a:pt x="40" y="378"/>
                  <a:pt x="41" y="378"/>
                  <a:pt x="42" y="378"/>
                </a:cubicBezTo>
                <a:cubicBezTo>
                  <a:pt x="49" y="378"/>
                  <a:pt x="65" y="375"/>
                  <a:pt x="70" y="358"/>
                </a:cubicBezTo>
                <a:cubicBezTo>
                  <a:pt x="73" y="346"/>
                  <a:pt x="73" y="327"/>
                  <a:pt x="73" y="307"/>
                </a:cubicBezTo>
                <a:cubicBezTo>
                  <a:pt x="73" y="295"/>
                  <a:pt x="73" y="254"/>
                  <a:pt x="73" y="252"/>
                </a:cubicBezTo>
                <a:cubicBezTo>
                  <a:pt x="73" y="229"/>
                  <a:pt x="76" y="221"/>
                  <a:pt x="84" y="212"/>
                </a:cubicBezTo>
                <a:cubicBezTo>
                  <a:pt x="89" y="205"/>
                  <a:pt x="102" y="200"/>
                  <a:pt x="112" y="200"/>
                </a:cubicBezTo>
                <a:cubicBezTo>
                  <a:pt x="122" y="200"/>
                  <a:pt x="131" y="202"/>
                  <a:pt x="137" y="209"/>
                </a:cubicBezTo>
                <a:cubicBezTo>
                  <a:pt x="147" y="218"/>
                  <a:pt x="147" y="225"/>
                  <a:pt x="148" y="237"/>
                </a:cubicBezTo>
                <a:cubicBezTo>
                  <a:pt x="148" y="241"/>
                  <a:pt x="146" y="334"/>
                  <a:pt x="146" y="351"/>
                </a:cubicBezTo>
                <a:cubicBezTo>
                  <a:pt x="146" y="355"/>
                  <a:pt x="146" y="357"/>
                  <a:pt x="146" y="360"/>
                </a:cubicBezTo>
                <a:cubicBezTo>
                  <a:pt x="148" y="369"/>
                  <a:pt x="155" y="378"/>
                  <a:pt x="179" y="378"/>
                </a:cubicBezTo>
                <a:cubicBezTo>
                  <a:pt x="180" y="379"/>
                  <a:pt x="181" y="378"/>
                  <a:pt x="182" y="378"/>
                </a:cubicBezTo>
                <a:cubicBezTo>
                  <a:pt x="194" y="378"/>
                  <a:pt x="202" y="376"/>
                  <a:pt x="207" y="371"/>
                </a:cubicBezTo>
                <a:cubicBezTo>
                  <a:pt x="213" y="366"/>
                  <a:pt x="214" y="359"/>
                  <a:pt x="214" y="352"/>
                </a:cubicBezTo>
                <a:cubicBezTo>
                  <a:pt x="214" y="352"/>
                  <a:pt x="211" y="255"/>
                  <a:pt x="212" y="237"/>
                </a:cubicBezTo>
                <a:cubicBezTo>
                  <a:pt x="214" y="208"/>
                  <a:pt x="233" y="199"/>
                  <a:pt x="253" y="201"/>
                </a:cubicBezTo>
                <a:cubicBezTo>
                  <a:pt x="275" y="202"/>
                  <a:pt x="286" y="219"/>
                  <a:pt x="285" y="242"/>
                </a:cubicBezTo>
                <a:cubicBezTo>
                  <a:pt x="285" y="263"/>
                  <a:pt x="284" y="277"/>
                  <a:pt x="284" y="290"/>
                </a:cubicBezTo>
                <a:cubicBezTo>
                  <a:pt x="284" y="310"/>
                  <a:pt x="287" y="334"/>
                  <a:pt x="302" y="352"/>
                </a:cubicBezTo>
                <a:cubicBezTo>
                  <a:pt x="321" y="375"/>
                  <a:pt x="349" y="383"/>
                  <a:pt x="375" y="383"/>
                </a:cubicBezTo>
                <a:cubicBezTo>
                  <a:pt x="405" y="383"/>
                  <a:pt x="433" y="372"/>
                  <a:pt x="446" y="360"/>
                </a:cubicBezTo>
                <a:cubicBezTo>
                  <a:pt x="462" y="377"/>
                  <a:pt x="494" y="384"/>
                  <a:pt x="512" y="384"/>
                </a:cubicBezTo>
                <a:cubicBezTo>
                  <a:pt x="513" y="384"/>
                  <a:pt x="513" y="384"/>
                  <a:pt x="513" y="384"/>
                </a:cubicBezTo>
                <a:cubicBezTo>
                  <a:pt x="551" y="384"/>
                  <a:pt x="601" y="371"/>
                  <a:pt x="612" y="314"/>
                </a:cubicBezTo>
                <a:cubicBezTo>
                  <a:pt x="614" y="304"/>
                  <a:pt x="615" y="293"/>
                  <a:pt x="615" y="283"/>
                </a:cubicBezTo>
                <a:cubicBezTo>
                  <a:pt x="615" y="263"/>
                  <a:pt x="612" y="231"/>
                  <a:pt x="612" y="218"/>
                </a:cubicBezTo>
                <a:cubicBezTo>
                  <a:pt x="620" y="209"/>
                  <a:pt x="638" y="201"/>
                  <a:pt x="655" y="201"/>
                </a:cubicBezTo>
                <a:cubicBezTo>
                  <a:pt x="656" y="201"/>
                  <a:pt x="657" y="201"/>
                  <a:pt x="658" y="201"/>
                </a:cubicBezTo>
                <a:cubicBezTo>
                  <a:pt x="671" y="202"/>
                  <a:pt x="678" y="206"/>
                  <a:pt x="684" y="211"/>
                </a:cubicBezTo>
                <a:cubicBezTo>
                  <a:pt x="702" y="227"/>
                  <a:pt x="698" y="255"/>
                  <a:pt x="697" y="268"/>
                </a:cubicBezTo>
                <a:cubicBezTo>
                  <a:pt x="695" y="294"/>
                  <a:pt x="688" y="321"/>
                  <a:pt x="687" y="343"/>
                </a:cubicBezTo>
                <a:cubicBezTo>
                  <a:pt x="687" y="353"/>
                  <a:pt x="688" y="361"/>
                  <a:pt x="693" y="368"/>
                </a:cubicBezTo>
                <a:cubicBezTo>
                  <a:pt x="702" y="381"/>
                  <a:pt x="719" y="382"/>
                  <a:pt x="727" y="383"/>
                </a:cubicBezTo>
                <a:cubicBezTo>
                  <a:pt x="728" y="383"/>
                  <a:pt x="729" y="382"/>
                  <a:pt x="729" y="382"/>
                </a:cubicBezTo>
                <a:cubicBezTo>
                  <a:pt x="754" y="381"/>
                  <a:pt x="762" y="366"/>
                  <a:pt x="762" y="366"/>
                </a:cubicBezTo>
                <a:cubicBezTo>
                  <a:pt x="762" y="366"/>
                  <a:pt x="764" y="345"/>
                  <a:pt x="764" y="319"/>
                </a:cubicBezTo>
                <a:cubicBezTo>
                  <a:pt x="763" y="287"/>
                  <a:pt x="765" y="236"/>
                  <a:pt x="757" y="210"/>
                </a:cubicBezTo>
                <a:cubicBezTo>
                  <a:pt x="744" y="163"/>
                  <a:pt x="705" y="142"/>
                  <a:pt x="662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1DDD5793-806F-1FA2-DD1E-097B60B04C0E}"/>
              </a:ext>
            </a:extLst>
          </p:cNvPr>
          <p:cNvSpPr/>
          <p:nvPr userDrawn="1"/>
        </p:nvSpPr>
        <p:spPr bwMode="invGray">
          <a:xfrm>
            <a:off x="8289670" y="0"/>
            <a:ext cx="3902331" cy="3350862"/>
          </a:xfrm>
          <a:custGeom>
            <a:avLst/>
            <a:gdLst>
              <a:gd name="connsiteX0" fmla="*/ 268037 w 3902331"/>
              <a:gd name="connsiteY0" fmla="*/ 0 h 3350862"/>
              <a:gd name="connsiteX1" fmla="*/ 3902331 w 3902331"/>
              <a:gd name="connsiteY1" fmla="*/ 0 h 3350862"/>
              <a:gd name="connsiteX2" fmla="*/ 3902331 w 3902331"/>
              <a:gd name="connsiteY2" fmla="*/ 2670519 h 3350862"/>
              <a:gd name="connsiteX3" fmla="*/ 3890693 w 3902331"/>
              <a:gd name="connsiteY3" fmla="*/ 2683325 h 3350862"/>
              <a:gd name="connsiteX4" fmla="*/ 2279115 w 3902331"/>
              <a:gd name="connsiteY4" fmla="*/ 3350862 h 3350862"/>
              <a:gd name="connsiteX5" fmla="*/ 0 w 3902331"/>
              <a:gd name="connsiteY5" fmla="*/ 1071747 h 3350862"/>
              <a:gd name="connsiteX6" fmla="*/ 179104 w 3902331"/>
              <a:gd name="connsiteY6" fmla="*/ 184613 h 335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2331" h="3350862">
                <a:moveTo>
                  <a:pt x="268037" y="0"/>
                </a:moveTo>
                <a:lnTo>
                  <a:pt x="3902331" y="0"/>
                </a:lnTo>
                <a:lnTo>
                  <a:pt x="3902331" y="2670519"/>
                </a:lnTo>
                <a:lnTo>
                  <a:pt x="3890693" y="2683325"/>
                </a:lnTo>
                <a:cubicBezTo>
                  <a:pt x="3478254" y="3095763"/>
                  <a:pt x="2908475" y="3350862"/>
                  <a:pt x="2279115" y="3350862"/>
                </a:cubicBezTo>
                <a:cubicBezTo>
                  <a:pt x="1020395" y="3350862"/>
                  <a:pt x="0" y="2330467"/>
                  <a:pt x="0" y="1071747"/>
                </a:cubicBezTo>
                <a:cubicBezTo>
                  <a:pt x="0" y="757067"/>
                  <a:pt x="63775" y="457282"/>
                  <a:pt x="179104" y="18461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9BF8AC85-79DA-BE67-8E0F-6A554295A550}"/>
              </a:ext>
            </a:extLst>
          </p:cNvPr>
          <p:cNvSpPr/>
          <p:nvPr userDrawn="1"/>
        </p:nvSpPr>
        <p:spPr bwMode="invGray">
          <a:xfrm>
            <a:off x="8401050" y="2565400"/>
            <a:ext cx="1727200" cy="1727200"/>
          </a:xfrm>
          <a:prstGeom prst="ellipse">
            <a:avLst/>
          </a:prstGeom>
          <a:solidFill>
            <a:srgbClr val="004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0CB3EB4-793B-607A-A53B-6CA6FC866F59}"/>
              </a:ext>
            </a:extLst>
          </p:cNvPr>
          <p:cNvSpPr/>
          <p:nvPr userDrawn="1"/>
        </p:nvSpPr>
        <p:spPr bwMode="invGray">
          <a:xfrm>
            <a:off x="7248525" y="2276475"/>
            <a:ext cx="863600" cy="863600"/>
          </a:xfrm>
          <a:prstGeom prst="ellipse">
            <a:avLst/>
          </a:prstGeom>
          <a:solidFill>
            <a:srgbClr val="0040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15D82372-5154-B678-EBF1-CDEDBBB5501B}"/>
              </a:ext>
            </a:extLst>
          </p:cNvPr>
          <p:cNvSpPr/>
          <p:nvPr userDrawn="1"/>
        </p:nvSpPr>
        <p:spPr bwMode="invGray">
          <a:xfrm>
            <a:off x="623888" y="5826394"/>
            <a:ext cx="1820084" cy="1031606"/>
          </a:xfrm>
          <a:custGeom>
            <a:avLst/>
            <a:gdLst>
              <a:gd name="connsiteX0" fmla="*/ 910042 w 1820084"/>
              <a:gd name="connsiteY0" fmla="*/ 0 h 1031606"/>
              <a:gd name="connsiteX1" fmla="*/ 1820084 w 1820084"/>
              <a:gd name="connsiteY1" fmla="*/ 910041 h 1031606"/>
              <a:gd name="connsiteX2" fmla="*/ 1807830 w 1820084"/>
              <a:gd name="connsiteY2" fmla="*/ 1031606 h 1031606"/>
              <a:gd name="connsiteX3" fmla="*/ 12255 w 1820084"/>
              <a:gd name="connsiteY3" fmla="*/ 1031606 h 1031606"/>
              <a:gd name="connsiteX4" fmla="*/ 0 w 1820084"/>
              <a:gd name="connsiteY4" fmla="*/ 910041 h 1031606"/>
              <a:gd name="connsiteX5" fmla="*/ 910042 w 1820084"/>
              <a:gd name="connsiteY5" fmla="*/ 0 h 103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084" h="1031606">
                <a:moveTo>
                  <a:pt x="910042" y="0"/>
                </a:moveTo>
                <a:cubicBezTo>
                  <a:pt x="1412644" y="0"/>
                  <a:pt x="1820084" y="407439"/>
                  <a:pt x="1820084" y="910041"/>
                </a:cubicBezTo>
                <a:lnTo>
                  <a:pt x="1807830" y="1031606"/>
                </a:lnTo>
                <a:lnTo>
                  <a:pt x="12255" y="1031606"/>
                </a:lnTo>
                <a:lnTo>
                  <a:pt x="0" y="910041"/>
                </a:lnTo>
                <a:cubicBezTo>
                  <a:pt x="0" y="407439"/>
                  <a:pt x="407440" y="0"/>
                  <a:pt x="910042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4618BB7-C379-E8E7-4CE3-B3B72A06BF8B}"/>
              </a:ext>
            </a:extLst>
          </p:cNvPr>
          <p:cNvSpPr/>
          <p:nvPr userDrawn="1"/>
        </p:nvSpPr>
        <p:spPr bwMode="invGray">
          <a:xfrm>
            <a:off x="1920036" y="5732462"/>
            <a:ext cx="576887" cy="576887"/>
          </a:xfrm>
          <a:prstGeom prst="ellipse">
            <a:avLst/>
          </a:prstGeom>
          <a:solidFill>
            <a:srgbClr val="004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8F84C61D-88DA-D990-BEC1-19642DB034E2}"/>
              </a:ext>
            </a:extLst>
          </p:cNvPr>
          <p:cNvSpPr/>
          <p:nvPr userDrawn="1"/>
        </p:nvSpPr>
        <p:spPr bwMode="invGray">
          <a:xfrm>
            <a:off x="2640013" y="6181549"/>
            <a:ext cx="287338" cy="287338"/>
          </a:xfrm>
          <a:prstGeom prst="ellipse">
            <a:avLst/>
          </a:prstGeom>
          <a:solidFill>
            <a:srgbClr val="0040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" name="Textplatzhalter 43">
            <a:extLst>
              <a:ext uri="{FF2B5EF4-FFF2-40B4-BE49-F238E27FC236}">
                <a16:creationId xmlns:a16="http://schemas.microsoft.com/office/drawing/2014/main" id="{D5E0750C-A40F-342A-FE9E-A876F3F2509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836613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ctr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57B4A0-5C35-2989-C6BA-202C41860F79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8B450C-4F7C-9449-5446-035862AD34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C1A14D-5027-5523-5139-C56EB57FC3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26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(Grü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10FA4-073F-B08C-B42B-83945AF3D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700213"/>
            <a:ext cx="6337301" cy="37449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Hier steht ein Präsentationtitel </a:t>
            </a:r>
            <a:br>
              <a:rPr lang="de-DE" dirty="0"/>
            </a:br>
            <a:r>
              <a:rPr lang="de-DE" dirty="0"/>
              <a:t>in mehreren Zeilen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05A26615-0770-9518-2E2B-387216985CBC}"/>
              </a:ext>
            </a:extLst>
          </p:cNvPr>
          <p:cNvSpPr>
            <a:spLocks noEditPoints="1"/>
          </p:cNvSpPr>
          <p:nvPr/>
        </p:nvSpPr>
        <p:spPr bwMode="invGray">
          <a:xfrm>
            <a:off x="11127281" y="6309945"/>
            <a:ext cx="56858" cy="62226"/>
          </a:xfrm>
          <a:custGeom>
            <a:avLst/>
            <a:gdLst>
              <a:gd name="T0" fmla="*/ 41 w 98"/>
              <a:gd name="T1" fmla="*/ 107 h 107"/>
              <a:gd name="T2" fmla="*/ 0 w 98"/>
              <a:gd name="T3" fmla="*/ 107 h 107"/>
              <a:gd name="T4" fmla="*/ 0 w 98"/>
              <a:gd name="T5" fmla="*/ 0 h 107"/>
              <a:gd name="T6" fmla="*/ 41 w 98"/>
              <a:gd name="T7" fmla="*/ 0 h 107"/>
              <a:gd name="T8" fmla="*/ 98 w 98"/>
              <a:gd name="T9" fmla="*/ 53 h 107"/>
              <a:gd name="T10" fmla="*/ 98 w 98"/>
              <a:gd name="T11" fmla="*/ 54 h 107"/>
              <a:gd name="T12" fmla="*/ 41 w 98"/>
              <a:gd name="T13" fmla="*/ 107 h 107"/>
              <a:gd name="T14" fmla="*/ 73 w 98"/>
              <a:gd name="T15" fmla="*/ 54 h 107"/>
              <a:gd name="T16" fmla="*/ 41 w 98"/>
              <a:gd name="T17" fmla="*/ 21 h 107"/>
              <a:gd name="T18" fmla="*/ 23 w 98"/>
              <a:gd name="T19" fmla="*/ 21 h 107"/>
              <a:gd name="T20" fmla="*/ 23 w 98"/>
              <a:gd name="T21" fmla="*/ 86 h 107"/>
              <a:gd name="T22" fmla="*/ 41 w 98"/>
              <a:gd name="T23" fmla="*/ 86 h 107"/>
              <a:gd name="T24" fmla="*/ 73 w 98"/>
              <a:gd name="T25" fmla="*/ 5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07">
                <a:moveTo>
                  <a:pt x="41" y="107"/>
                </a:move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1" y="0"/>
                  <a:pt x="41" y="0"/>
                  <a:pt x="41" y="0"/>
                </a:cubicBezTo>
                <a:cubicBezTo>
                  <a:pt x="75" y="0"/>
                  <a:pt x="98" y="23"/>
                  <a:pt x="98" y="53"/>
                </a:cubicBezTo>
                <a:cubicBezTo>
                  <a:pt x="98" y="54"/>
                  <a:pt x="98" y="54"/>
                  <a:pt x="98" y="54"/>
                </a:cubicBezTo>
                <a:cubicBezTo>
                  <a:pt x="98" y="84"/>
                  <a:pt x="75" y="107"/>
                  <a:pt x="41" y="107"/>
                </a:cubicBezTo>
                <a:close/>
                <a:moveTo>
                  <a:pt x="73" y="54"/>
                </a:moveTo>
                <a:cubicBezTo>
                  <a:pt x="73" y="35"/>
                  <a:pt x="60" y="21"/>
                  <a:pt x="41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23" y="86"/>
                  <a:pt x="23" y="86"/>
                  <a:pt x="23" y="86"/>
                </a:cubicBezTo>
                <a:cubicBezTo>
                  <a:pt x="41" y="86"/>
                  <a:pt x="41" y="86"/>
                  <a:pt x="41" y="86"/>
                </a:cubicBezTo>
                <a:cubicBezTo>
                  <a:pt x="60" y="86"/>
                  <a:pt x="73" y="73"/>
                  <a:pt x="73" y="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80B0B3C-0186-CD74-2807-8751DB9635D7}"/>
              </a:ext>
            </a:extLst>
          </p:cNvPr>
          <p:cNvSpPr>
            <a:spLocks noChangeArrowheads="1"/>
          </p:cNvSpPr>
          <p:nvPr/>
        </p:nvSpPr>
        <p:spPr bwMode="invGray">
          <a:xfrm>
            <a:off x="11193412" y="6309945"/>
            <a:ext cx="13421" cy="6222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95A1885-35FB-97C8-FF37-62CF0F44B508}"/>
              </a:ext>
            </a:extLst>
          </p:cNvPr>
          <p:cNvSpPr>
            <a:spLocks noEditPoints="1"/>
          </p:cNvSpPr>
          <p:nvPr/>
        </p:nvSpPr>
        <p:spPr bwMode="invGray">
          <a:xfrm>
            <a:off x="11219034" y="6309945"/>
            <a:ext cx="53197" cy="62226"/>
          </a:xfrm>
          <a:custGeom>
            <a:avLst/>
            <a:gdLst>
              <a:gd name="T0" fmla="*/ 65 w 92"/>
              <a:gd name="T1" fmla="*/ 107 h 107"/>
              <a:gd name="T2" fmla="*/ 42 w 92"/>
              <a:gd name="T3" fmla="*/ 73 h 107"/>
              <a:gd name="T4" fmla="*/ 24 w 92"/>
              <a:gd name="T5" fmla="*/ 73 h 107"/>
              <a:gd name="T6" fmla="*/ 24 w 92"/>
              <a:gd name="T7" fmla="*/ 107 h 107"/>
              <a:gd name="T8" fmla="*/ 0 w 92"/>
              <a:gd name="T9" fmla="*/ 107 h 107"/>
              <a:gd name="T10" fmla="*/ 0 w 92"/>
              <a:gd name="T11" fmla="*/ 0 h 107"/>
              <a:gd name="T12" fmla="*/ 49 w 92"/>
              <a:gd name="T13" fmla="*/ 0 h 107"/>
              <a:gd name="T14" fmla="*/ 89 w 92"/>
              <a:gd name="T15" fmla="*/ 36 h 107"/>
              <a:gd name="T16" fmla="*/ 89 w 92"/>
              <a:gd name="T17" fmla="*/ 36 h 107"/>
              <a:gd name="T18" fmla="*/ 66 w 92"/>
              <a:gd name="T19" fmla="*/ 69 h 107"/>
              <a:gd name="T20" fmla="*/ 92 w 92"/>
              <a:gd name="T21" fmla="*/ 107 h 107"/>
              <a:gd name="T22" fmla="*/ 65 w 92"/>
              <a:gd name="T23" fmla="*/ 107 h 107"/>
              <a:gd name="T24" fmla="*/ 65 w 92"/>
              <a:gd name="T25" fmla="*/ 37 h 107"/>
              <a:gd name="T26" fmla="*/ 47 w 92"/>
              <a:gd name="T27" fmla="*/ 21 h 107"/>
              <a:gd name="T28" fmla="*/ 24 w 92"/>
              <a:gd name="T29" fmla="*/ 21 h 107"/>
              <a:gd name="T30" fmla="*/ 24 w 92"/>
              <a:gd name="T31" fmla="*/ 52 h 107"/>
              <a:gd name="T32" fmla="*/ 47 w 92"/>
              <a:gd name="T33" fmla="*/ 52 h 107"/>
              <a:gd name="T34" fmla="*/ 65 w 92"/>
              <a:gd name="T35" fmla="*/ 3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92" h="107">
                <a:moveTo>
                  <a:pt x="65" y="107"/>
                </a:moveTo>
                <a:cubicBezTo>
                  <a:pt x="42" y="73"/>
                  <a:pt x="42" y="73"/>
                  <a:pt x="42" y="73"/>
                </a:cubicBezTo>
                <a:cubicBezTo>
                  <a:pt x="24" y="73"/>
                  <a:pt x="24" y="73"/>
                  <a:pt x="24" y="73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0"/>
                  <a:pt x="0" y="0"/>
                  <a:pt x="0" y="0"/>
                </a:cubicBezTo>
                <a:cubicBezTo>
                  <a:pt x="49" y="0"/>
                  <a:pt x="49" y="0"/>
                  <a:pt x="49" y="0"/>
                </a:cubicBezTo>
                <a:cubicBezTo>
                  <a:pt x="74" y="0"/>
                  <a:pt x="89" y="13"/>
                  <a:pt x="89" y="36"/>
                </a:cubicBezTo>
                <a:cubicBezTo>
                  <a:pt x="89" y="36"/>
                  <a:pt x="89" y="36"/>
                  <a:pt x="89" y="36"/>
                </a:cubicBezTo>
                <a:cubicBezTo>
                  <a:pt x="89" y="53"/>
                  <a:pt x="79" y="64"/>
                  <a:pt x="66" y="69"/>
                </a:cubicBezTo>
                <a:cubicBezTo>
                  <a:pt x="92" y="107"/>
                  <a:pt x="92" y="107"/>
                  <a:pt x="92" y="107"/>
                </a:cubicBezTo>
                <a:lnTo>
                  <a:pt x="65" y="107"/>
                </a:lnTo>
                <a:close/>
                <a:moveTo>
                  <a:pt x="65" y="37"/>
                </a:moveTo>
                <a:cubicBezTo>
                  <a:pt x="65" y="27"/>
                  <a:pt x="58" y="21"/>
                  <a:pt x="47" y="21"/>
                </a:cubicBezTo>
                <a:cubicBezTo>
                  <a:pt x="24" y="21"/>
                  <a:pt x="24" y="21"/>
                  <a:pt x="24" y="21"/>
                </a:cubicBezTo>
                <a:cubicBezTo>
                  <a:pt x="24" y="52"/>
                  <a:pt x="24" y="52"/>
                  <a:pt x="24" y="52"/>
                </a:cubicBezTo>
                <a:cubicBezTo>
                  <a:pt x="47" y="52"/>
                  <a:pt x="47" y="52"/>
                  <a:pt x="47" y="52"/>
                </a:cubicBezTo>
                <a:cubicBezTo>
                  <a:pt x="59" y="52"/>
                  <a:pt x="65" y="46"/>
                  <a:pt x="65" y="3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512CF047-854F-DCC9-160D-FA55B0BBEBE4}"/>
              </a:ext>
            </a:extLst>
          </p:cNvPr>
          <p:cNvSpPr>
            <a:spLocks/>
          </p:cNvSpPr>
          <p:nvPr/>
        </p:nvSpPr>
        <p:spPr bwMode="invGray">
          <a:xfrm>
            <a:off x="11280284" y="6309945"/>
            <a:ext cx="46365" cy="62226"/>
          </a:xfrm>
          <a:custGeom>
            <a:avLst/>
            <a:gdLst>
              <a:gd name="T0" fmla="*/ 0 w 190"/>
              <a:gd name="T1" fmla="*/ 255 h 255"/>
              <a:gd name="T2" fmla="*/ 0 w 190"/>
              <a:gd name="T3" fmla="*/ 0 h 255"/>
              <a:gd name="T4" fmla="*/ 190 w 190"/>
              <a:gd name="T5" fmla="*/ 0 h 255"/>
              <a:gd name="T6" fmla="*/ 190 w 190"/>
              <a:gd name="T7" fmla="*/ 50 h 255"/>
              <a:gd name="T8" fmla="*/ 55 w 190"/>
              <a:gd name="T9" fmla="*/ 50 h 255"/>
              <a:gd name="T10" fmla="*/ 55 w 190"/>
              <a:gd name="T11" fmla="*/ 103 h 255"/>
              <a:gd name="T12" fmla="*/ 174 w 190"/>
              <a:gd name="T13" fmla="*/ 103 h 255"/>
              <a:gd name="T14" fmla="*/ 174 w 190"/>
              <a:gd name="T15" fmla="*/ 153 h 255"/>
              <a:gd name="T16" fmla="*/ 55 w 190"/>
              <a:gd name="T17" fmla="*/ 153 h 255"/>
              <a:gd name="T18" fmla="*/ 55 w 190"/>
              <a:gd name="T19" fmla="*/ 205 h 255"/>
              <a:gd name="T20" fmla="*/ 190 w 190"/>
              <a:gd name="T21" fmla="*/ 205 h 255"/>
              <a:gd name="T22" fmla="*/ 190 w 190"/>
              <a:gd name="T23" fmla="*/ 255 h 255"/>
              <a:gd name="T24" fmla="*/ 0 w 190"/>
              <a:gd name="T25" fmla="*/ 255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0" h="255">
                <a:moveTo>
                  <a:pt x="0" y="255"/>
                </a:moveTo>
                <a:lnTo>
                  <a:pt x="0" y="0"/>
                </a:lnTo>
                <a:lnTo>
                  <a:pt x="190" y="0"/>
                </a:lnTo>
                <a:lnTo>
                  <a:pt x="190" y="50"/>
                </a:lnTo>
                <a:lnTo>
                  <a:pt x="55" y="50"/>
                </a:lnTo>
                <a:lnTo>
                  <a:pt x="55" y="103"/>
                </a:lnTo>
                <a:lnTo>
                  <a:pt x="174" y="103"/>
                </a:lnTo>
                <a:lnTo>
                  <a:pt x="174" y="153"/>
                </a:lnTo>
                <a:lnTo>
                  <a:pt x="55" y="153"/>
                </a:lnTo>
                <a:lnTo>
                  <a:pt x="55" y="205"/>
                </a:lnTo>
                <a:lnTo>
                  <a:pt x="190" y="205"/>
                </a:lnTo>
                <a:lnTo>
                  <a:pt x="190" y="255"/>
                </a:lnTo>
                <a:lnTo>
                  <a:pt x="0" y="2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6" name="Freeform 9">
            <a:extLst>
              <a:ext uri="{FF2B5EF4-FFF2-40B4-BE49-F238E27FC236}">
                <a16:creationId xmlns:a16="http://schemas.microsoft.com/office/drawing/2014/main" id="{7C97672C-7F43-2299-5AF6-8016CB9F3975}"/>
              </a:ext>
            </a:extLst>
          </p:cNvPr>
          <p:cNvSpPr>
            <a:spLocks/>
          </p:cNvSpPr>
          <p:nvPr/>
        </p:nvSpPr>
        <p:spPr bwMode="invGray">
          <a:xfrm>
            <a:off x="11333238" y="6308725"/>
            <a:ext cx="56614" cy="64666"/>
          </a:xfrm>
          <a:custGeom>
            <a:avLst/>
            <a:gdLst>
              <a:gd name="T0" fmla="*/ 54 w 98"/>
              <a:gd name="T1" fmla="*/ 111 h 111"/>
              <a:gd name="T2" fmla="*/ 0 w 98"/>
              <a:gd name="T3" fmla="*/ 56 h 111"/>
              <a:gd name="T4" fmla="*/ 0 w 98"/>
              <a:gd name="T5" fmla="*/ 56 h 111"/>
              <a:gd name="T6" fmla="*/ 55 w 98"/>
              <a:gd name="T7" fmla="*/ 0 h 111"/>
              <a:gd name="T8" fmla="*/ 97 w 98"/>
              <a:gd name="T9" fmla="*/ 17 h 111"/>
              <a:gd name="T10" fmla="*/ 82 w 98"/>
              <a:gd name="T11" fmla="*/ 34 h 111"/>
              <a:gd name="T12" fmla="*/ 55 w 98"/>
              <a:gd name="T13" fmla="*/ 22 h 111"/>
              <a:gd name="T14" fmla="*/ 24 w 98"/>
              <a:gd name="T15" fmla="*/ 55 h 111"/>
              <a:gd name="T16" fmla="*/ 24 w 98"/>
              <a:gd name="T17" fmla="*/ 56 h 111"/>
              <a:gd name="T18" fmla="*/ 55 w 98"/>
              <a:gd name="T19" fmla="*/ 89 h 111"/>
              <a:gd name="T20" fmla="*/ 83 w 98"/>
              <a:gd name="T21" fmla="*/ 77 h 111"/>
              <a:gd name="T22" fmla="*/ 98 w 98"/>
              <a:gd name="T23" fmla="*/ 92 h 111"/>
              <a:gd name="T24" fmla="*/ 54 w 98"/>
              <a:gd name="T25" fmla="*/ 111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8" h="111">
                <a:moveTo>
                  <a:pt x="54" y="111"/>
                </a:moveTo>
                <a:cubicBezTo>
                  <a:pt x="23" y="111"/>
                  <a:pt x="0" y="87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25"/>
                  <a:pt x="22" y="0"/>
                  <a:pt x="55" y="0"/>
                </a:cubicBezTo>
                <a:cubicBezTo>
                  <a:pt x="75" y="0"/>
                  <a:pt x="87" y="7"/>
                  <a:pt x="97" y="17"/>
                </a:cubicBezTo>
                <a:cubicBezTo>
                  <a:pt x="82" y="34"/>
                  <a:pt x="82" y="34"/>
                  <a:pt x="82" y="34"/>
                </a:cubicBezTo>
                <a:cubicBezTo>
                  <a:pt x="74" y="27"/>
                  <a:pt x="65" y="22"/>
                  <a:pt x="55" y="22"/>
                </a:cubicBezTo>
                <a:cubicBezTo>
                  <a:pt x="37" y="22"/>
                  <a:pt x="24" y="37"/>
                  <a:pt x="24" y="55"/>
                </a:cubicBezTo>
                <a:cubicBezTo>
                  <a:pt x="24" y="56"/>
                  <a:pt x="24" y="56"/>
                  <a:pt x="24" y="56"/>
                </a:cubicBezTo>
                <a:cubicBezTo>
                  <a:pt x="24" y="74"/>
                  <a:pt x="37" y="89"/>
                  <a:pt x="55" y="89"/>
                </a:cubicBezTo>
                <a:cubicBezTo>
                  <a:pt x="67" y="89"/>
                  <a:pt x="74" y="85"/>
                  <a:pt x="83" y="77"/>
                </a:cubicBezTo>
                <a:cubicBezTo>
                  <a:pt x="98" y="92"/>
                  <a:pt x="98" y="92"/>
                  <a:pt x="98" y="92"/>
                </a:cubicBezTo>
                <a:cubicBezTo>
                  <a:pt x="87" y="104"/>
                  <a:pt x="75" y="111"/>
                  <a:pt x="54" y="11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7" name="Freeform 10">
            <a:extLst>
              <a:ext uri="{FF2B5EF4-FFF2-40B4-BE49-F238E27FC236}">
                <a16:creationId xmlns:a16="http://schemas.microsoft.com/office/drawing/2014/main" id="{A492B6E6-E38D-4669-6147-B07614C78104}"/>
              </a:ext>
            </a:extLst>
          </p:cNvPr>
          <p:cNvSpPr>
            <a:spLocks/>
          </p:cNvSpPr>
          <p:nvPr/>
        </p:nvSpPr>
        <p:spPr bwMode="invGray">
          <a:xfrm>
            <a:off x="11393512" y="6309945"/>
            <a:ext cx="51001" cy="62226"/>
          </a:xfrm>
          <a:custGeom>
            <a:avLst/>
            <a:gdLst>
              <a:gd name="T0" fmla="*/ 133 w 209"/>
              <a:gd name="T1" fmla="*/ 53 h 255"/>
              <a:gd name="T2" fmla="*/ 133 w 209"/>
              <a:gd name="T3" fmla="*/ 255 h 255"/>
              <a:gd name="T4" fmla="*/ 78 w 209"/>
              <a:gd name="T5" fmla="*/ 255 h 255"/>
              <a:gd name="T6" fmla="*/ 78 w 209"/>
              <a:gd name="T7" fmla="*/ 53 h 255"/>
              <a:gd name="T8" fmla="*/ 0 w 209"/>
              <a:gd name="T9" fmla="*/ 53 h 255"/>
              <a:gd name="T10" fmla="*/ 0 w 209"/>
              <a:gd name="T11" fmla="*/ 0 h 255"/>
              <a:gd name="T12" fmla="*/ 209 w 209"/>
              <a:gd name="T13" fmla="*/ 0 h 255"/>
              <a:gd name="T14" fmla="*/ 209 w 209"/>
              <a:gd name="T15" fmla="*/ 53 h 255"/>
              <a:gd name="T16" fmla="*/ 133 w 209"/>
              <a:gd name="T17" fmla="*/ 53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09" h="255">
                <a:moveTo>
                  <a:pt x="133" y="53"/>
                </a:moveTo>
                <a:lnTo>
                  <a:pt x="133" y="255"/>
                </a:lnTo>
                <a:lnTo>
                  <a:pt x="78" y="255"/>
                </a:lnTo>
                <a:lnTo>
                  <a:pt x="78" y="53"/>
                </a:lnTo>
                <a:lnTo>
                  <a:pt x="0" y="53"/>
                </a:lnTo>
                <a:lnTo>
                  <a:pt x="0" y="0"/>
                </a:lnTo>
                <a:lnTo>
                  <a:pt x="209" y="0"/>
                </a:lnTo>
                <a:lnTo>
                  <a:pt x="209" y="53"/>
                </a:lnTo>
                <a:lnTo>
                  <a:pt x="133" y="5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18" name="Freeform 11">
            <a:extLst>
              <a:ext uri="{FF2B5EF4-FFF2-40B4-BE49-F238E27FC236}">
                <a16:creationId xmlns:a16="http://schemas.microsoft.com/office/drawing/2014/main" id="{46B69D09-7649-916D-EAF5-1C3343DBB86C}"/>
              </a:ext>
            </a:extLst>
          </p:cNvPr>
          <p:cNvSpPr>
            <a:spLocks noEditPoints="1"/>
          </p:cNvSpPr>
          <p:nvPr/>
        </p:nvSpPr>
        <p:spPr bwMode="invGray">
          <a:xfrm>
            <a:off x="11240508" y="6311165"/>
            <a:ext cx="614942" cy="223526"/>
          </a:xfrm>
          <a:custGeom>
            <a:avLst/>
            <a:gdLst>
              <a:gd name="T0" fmla="*/ 1012 w 1061"/>
              <a:gd name="T1" fmla="*/ 283 h 384"/>
              <a:gd name="T2" fmla="*/ 978 w 1061"/>
              <a:gd name="T3" fmla="*/ 1 h 384"/>
              <a:gd name="T4" fmla="*/ 946 w 1061"/>
              <a:gd name="T5" fmla="*/ 139 h 384"/>
              <a:gd name="T6" fmla="*/ 825 w 1061"/>
              <a:gd name="T7" fmla="*/ 169 h 384"/>
              <a:gd name="T8" fmla="*/ 786 w 1061"/>
              <a:gd name="T9" fmla="*/ 273 h 384"/>
              <a:gd name="T10" fmla="*/ 904 w 1061"/>
              <a:gd name="T11" fmla="*/ 383 h 384"/>
              <a:gd name="T12" fmla="*/ 975 w 1061"/>
              <a:gd name="T13" fmla="*/ 352 h 384"/>
              <a:gd name="T14" fmla="*/ 1026 w 1061"/>
              <a:gd name="T15" fmla="*/ 377 h 384"/>
              <a:gd name="T16" fmla="*/ 1028 w 1061"/>
              <a:gd name="T17" fmla="*/ 323 h 384"/>
              <a:gd name="T18" fmla="*/ 933 w 1061"/>
              <a:gd name="T19" fmla="*/ 311 h 384"/>
              <a:gd name="T20" fmla="*/ 867 w 1061"/>
              <a:gd name="T21" fmla="*/ 315 h 384"/>
              <a:gd name="T22" fmla="*/ 872 w 1061"/>
              <a:gd name="T23" fmla="*/ 209 h 384"/>
              <a:gd name="T24" fmla="*/ 946 w 1061"/>
              <a:gd name="T25" fmla="*/ 196 h 384"/>
              <a:gd name="T26" fmla="*/ 446 w 1061"/>
              <a:gd name="T27" fmla="*/ 97 h 384"/>
              <a:gd name="T28" fmla="*/ 478 w 1061"/>
              <a:gd name="T29" fmla="*/ 83 h 384"/>
              <a:gd name="T30" fmla="*/ 479 w 1061"/>
              <a:gd name="T31" fmla="*/ 83 h 384"/>
              <a:gd name="T32" fmla="*/ 479 w 1061"/>
              <a:gd name="T33" fmla="*/ 83 h 384"/>
              <a:gd name="T34" fmla="*/ 490 w 1061"/>
              <a:gd name="T35" fmla="*/ 55 h 384"/>
              <a:gd name="T36" fmla="*/ 476 w 1061"/>
              <a:gd name="T37" fmla="*/ 20 h 384"/>
              <a:gd name="T38" fmla="*/ 445 w 1061"/>
              <a:gd name="T39" fmla="*/ 8 h 384"/>
              <a:gd name="T40" fmla="*/ 413 w 1061"/>
              <a:gd name="T41" fmla="*/ 22 h 384"/>
              <a:gd name="T42" fmla="*/ 415 w 1061"/>
              <a:gd name="T43" fmla="*/ 85 h 384"/>
              <a:gd name="T44" fmla="*/ 662 w 1061"/>
              <a:gd name="T45" fmla="*/ 142 h 384"/>
              <a:gd name="T46" fmla="*/ 604 w 1061"/>
              <a:gd name="T47" fmla="*/ 157 h 384"/>
              <a:gd name="T48" fmla="*/ 542 w 1061"/>
              <a:gd name="T49" fmla="*/ 160 h 384"/>
              <a:gd name="T50" fmla="*/ 549 w 1061"/>
              <a:gd name="T51" fmla="*/ 238 h 384"/>
              <a:gd name="T52" fmla="*/ 515 w 1061"/>
              <a:gd name="T53" fmla="*/ 329 h 384"/>
              <a:gd name="T54" fmla="*/ 478 w 1061"/>
              <a:gd name="T55" fmla="*/ 279 h 384"/>
              <a:gd name="T56" fmla="*/ 450 w 1061"/>
              <a:gd name="T57" fmla="*/ 142 h 384"/>
              <a:gd name="T58" fmla="*/ 411 w 1061"/>
              <a:gd name="T59" fmla="*/ 160 h 384"/>
              <a:gd name="T60" fmla="*/ 414 w 1061"/>
              <a:gd name="T61" fmla="*/ 238 h 384"/>
              <a:gd name="T62" fmla="*/ 380 w 1061"/>
              <a:gd name="T63" fmla="*/ 329 h 384"/>
              <a:gd name="T64" fmla="*/ 344 w 1061"/>
              <a:gd name="T65" fmla="*/ 291 h 384"/>
              <a:gd name="T66" fmla="*/ 346 w 1061"/>
              <a:gd name="T67" fmla="*/ 226 h 384"/>
              <a:gd name="T68" fmla="*/ 255 w 1061"/>
              <a:gd name="T69" fmla="*/ 144 h 384"/>
              <a:gd name="T70" fmla="*/ 105 w 1061"/>
              <a:gd name="T71" fmla="*/ 142 h 384"/>
              <a:gd name="T72" fmla="*/ 0 w 1061"/>
              <a:gd name="T73" fmla="*/ 301 h 384"/>
              <a:gd name="T74" fmla="*/ 39 w 1061"/>
              <a:gd name="T75" fmla="*/ 378 h 384"/>
              <a:gd name="T76" fmla="*/ 70 w 1061"/>
              <a:gd name="T77" fmla="*/ 358 h 384"/>
              <a:gd name="T78" fmla="*/ 73 w 1061"/>
              <a:gd name="T79" fmla="*/ 252 h 384"/>
              <a:gd name="T80" fmla="*/ 112 w 1061"/>
              <a:gd name="T81" fmla="*/ 200 h 384"/>
              <a:gd name="T82" fmla="*/ 148 w 1061"/>
              <a:gd name="T83" fmla="*/ 237 h 384"/>
              <a:gd name="T84" fmla="*/ 146 w 1061"/>
              <a:gd name="T85" fmla="*/ 360 h 384"/>
              <a:gd name="T86" fmla="*/ 182 w 1061"/>
              <a:gd name="T87" fmla="*/ 378 h 384"/>
              <a:gd name="T88" fmla="*/ 214 w 1061"/>
              <a:gd name="T89" fmla="*/ 352 h 384"/>
              <a:gd name="T90" fmla="*/ 253 w 1061"/>
              <a:gd name="T91" fmla="*/ 201 h 384"/>
              <a:gd name="T92" fmla="*/ 284 w 1061"/>
              <a:gd name="T93" fmla="*/ 290 h 384"/>
              <a:gd name="T94" fmla="*/ 375 w 1061"/>
              <a:gd name="T95" fmla="*/ 383 h 384"/>
              <a:gd name="T96" fmla="*/ 512 w 1061"/>
              <a:gd name="T97" fmla="*/ 384 h 384"/>
              <a:gd name="T98" fmla="*/ 612 w 1061"/>
              <a:gd name="T99" fmla="*/ 314 h 384"/>
              <a:gd name="T100" fmla="*/ 612 w 1061"/>
              <a:gd name="T101" fmla="*/ 218 h 384"/>
              <a:gd name="T102" fmla="*/ 658 w 1061"/>
              <a:gd name="T103" fmla="*/ 201 h 384"/>
              <a:gd name="T104" fmla="*/ 697 w 1061"/>
              <a:gd name="T105" fmla="*/ 268 h 384"/>
              <a:gd name="T106" fmla="*/ 693 w 1061"/>
              <a:gd name="T107" fmla="*/ 368 h 384"/>
              <a:gd name="T108" fmla="*/ 729 w 1061"/>
              <a:gd name="T109" fmla="*/ 382 h 384"/>
              <a:gd name="T110" fmla="*/ 764 w 1061"/>
              <a:gd name="T111" fmla="*/ 319 h 384"/>
              <a:gd name="T112" fmla="*/ 662 w 1061"/>
              <a:gd name="T113" fmla="*/ 14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1061" h="384">
                <a:moveTo>
                  <a:pt x="1028" y="323"/>
                </a:moveTo>
                <a:cubicBezTo>
                  <a:pt x="1021" y="319"/>
                  <a:pt x="1012" y="313"/>
                  <a:pt x="1012" y="283"/>
                </a:cubicBezTo>
                <a:cubicBezTo>
                  <a:pt x="1012" y="282"/>
                  <a:pt x="1021" y="13"/>
                  <a:pt x="1021" y="13"/>
                </a:cubicBezTo>
                <a:cubicBezTo>
                  <a:pt x="1021" y="13"/>
                  <a:pt x="1006" y="0"/>
                  <a:pt x="978" y="1"/>
                </a:cubicBezTo>
                <a:cubicBezTo>
                  <a:pt x="945" y="2"/>
                  <a:pt x="939" y="19"/>
                  <a:pt x="941" y="45"/>
                </a:cubicBezTo>
                <a:cubicBezTo>
                  <a:pt x="944" y="90"/>
                  <a:pt x="946" y="139"/>
                  <a:pt x="946" y="139"/>
                </a:cubicBezTo>
                <a:cubicBezTo>
                  <a:pt x="946" y="139"/>
                  <a:pt x="936" y="138"/>
                  <a:pt x="927" y="138"/>
                </a:cubicBezTo>
                <a:cubicBezTo>
                  <a:pt x="892" y="138"/>
                  <a:pt x="850" y="147"/>
                  <a:pt x="825" y="169"/>
                </a:cubicBezTo>
                <a:cubicBezTo>
                  <a:pt x="806" y="185"/>
                  <a:pt x="793" y="207"/>
                  <a:pt x="788" y="240"/>
                </a:cubicBezTo>
                <a:cubicBezTo>
                  <a:pt x="787" y="244"/>
                  <a:pt x="785" y="259"/>
                  <a:pt x="786" y="273"/>
                </a:cubicBezTo>
                <a:cubicBezTo>
                  <a:pt x="789" y="301"/>
                  <a:pt x="795" y="334"/>
                  <a:pt x="828" y="360"/>
                </a:cubicBezTo>
                <a:cubicBezTo>
                  <a:pt x="850" y="377"/>
                  <a:pt x="878" y="383"/>
                  <a:pt x="904" y="383"/>
                </a:cubicBezTo>
                <a:cubicBezTo>
                  <a:pt x="909" y="383"/>
                  <a:pt x="913" y="382"/>
                  <a:pt x="917" y="382"/>
                </a:cubicBezTo>
                <a:cubicBezTo>
                  <a:pt x="949" y="378"/>
                  <a:pt x="964" y="367"/>
                  <a:pt x="975" y="352"/>
                </a:cubicBezTo>
                <a:cubicBezTo>
                  <a:pt x="979" y="362"/>
                  <a:pt x="989" y="372"/>
                  <a:pt x="1004" y="376"/>
                </a:cubicBezTo>
                <a:cubicBezTo>
                  <a:pt x="1014" y="378"/>
                  <a:pt x="1025" y="378"/>
                  <a:pt x="1026" y="377"/>
                </a:cubicBezTo>
                <a:cubicBezTo>
                  <a:pt x="1057" y="368"/>
                  <a:pt x="1061" y="331"/>
                  <a:pt x="1059" y="330"/>
                </a:cubicBezTo>
                <a:cubicBezTo>
                  <a:pt x="1057" y="330"/>
                  <a:pt x="1040" y="330"/>
                  <a:pt x="1028" y="323"/>
                </a:cubicBezTo>
                <a:close/>
                <a:moveTo>
                  <a:pt x="946" y="249"/>
                </a:moveTo>
                <a:cubicBezTo>
                  <a:pt x="945" y="274"/>
                  <a:pt x="944" y="298"/>
                  <a:pt x="933" y="311"/>
                </a:cubicBezTo>
                <a:cubicBezTo>
                  <a:pt x="925" y="321"/>
                  <a:pt x="914" y="325"/>
                  <a:pt x="900" y="325"/>
                </a:cubicBezTo>
                <a:cubicBezTo>
                  <a:pt x="891" y="325"/>
                  <a:pt x="878" y="324"/>
                  <a:pt x="867" y="315"/>
                </a:cubicBezTo>
                <a:cubicBezTo>
                  <a:pt x="853" y="304"/>
                  <a:pt x="848" y="286"/>
                  <a:pt x="847" y="270"/>
                </a:cubicBezTo>
                <a:cubicBezTo>
                  <a:pt x="847" y="250"/>
                  <a:pt x="851" y="226"/>
                  <a:pt x="872" y="209"/>
                </a:cubicBezTo>
                <a:cubicBezTo>
                  <a:pt x="886" y="197"/>
                  <a:pt x="909" y="194"/>
                  <a:pt x="924" y="194"/>
                </a:cubicBezTo>
                <a:cubicBezTo>
                  <a:pt x="934" y="194"/>
                  <a:pt x="942" y="195"/>
                  <a:pt x="946" y="196"/>
                </a:cubicBezTo>
                <a:cubicBezTo>
                  <a:pt x="946" y="204"/>
                  <a:pt x="947" y="228"/>
                  <a:pt x="946" y="249"/>
                </a:cubicBezTo>
                <a:close/>
                <a:moveTo>
                  <a:pt x="446" y="97"/>
                </a:moveTo>
                <a:cubicBezTo>
                  <a:pt x="446" y="97"/>
                  <a:pt x="446" y="97"/>
                  <a:pt x="446" y="97"/>
                </a:cubicBezTo>
                <a:cubicBezTo>
                  <a:pt x="458" y="97"/>
                  <a:pt x="470" y="93"/>
                  <a:pt x="478" y="83"/>
                </a:cubicBezTo>
                <a:cubicBezTo>
                  <a:pt x="478" y="83"/>
                  <a:pt x="478" y="83"/>
                  <a:pt x="478" y="83"/>
                </a:cubicBezTo>
                <a:cubicBezTo>
                  <a:pt x="478" y="83"/>
                  <a:pt x="478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79" y="83"/>
                  <a:pt x="479" y="83"/>
                  <a:pt x="479" y="83"/>
                </a:cubicBezTo>
                <a:cubicBezTo>
                  <a:pt x="486" y="75"/>
                  <a:pt x="489" y="65"/>
                  <a:pt x="490" y="55"/>
                </a:cubicBezTo>
                <a:cubicBezTo>
                  <a:pt x="490" y="55"/>
                  <a:pt x="490" y="55"/>
                  <a:pt x="490" y="55"/>
                </a:cubicBezTo>
                <a:cubicBezTo>
                  <a:pt x="490" y="53"/>
                  <a:pt x="490" y="53"/>
                  <a:pt x="490" y="53"/>
                </a:cubicBezTo>
                <a:cubicBezTo>
                  <a:pt x="490" y="41"/>
                  <a:pt x="485" y="29"/>
                  <a:pt x="476" y="20"/>
                </a:cubicBezTo>
                <a:cubicBezTo>
                  <a:pt x="467" y="12"/>
                  <a:pt x="456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45" y="8"/>
                  <a:pt x="445" y="8"/>
                  <a:pt x="445" y="8"/>
                </a:cubicBezTo>
                <a:cubicBezTo>
                  <a:pt x="433" y="8"/>
                  <a:pt x="421" y="13"/>
                  <a:pt x="413" y="22"/>
                </a:cubicBezTo>
                <a:cubicBezTo>
                  <a:pt x="405" y="30"/>
                  <a:pt x="401" y="41"/>
                  <a:pt x="401" y="52"/>
                </a:cubicBezTo>
                <a:cubicBezTo>
                  <a:pt x="401" y="64"/>
                  <a:pt x="406" y="76"/>
                  <a:pt x="415" y="85"/>
                </a:cubicBezTo>
                <a:cubicBezTo>
                  <a:pt x="424" y="93"/>
                  <a:pt x="435" y="97"/>
                  <a:pt x="446" y="97"/>
                </a:cubicBezTo>
                <a:close/>
                <a:moveTo>
                  <a:pt x="662" y="142"/>
                </a:moveTo>
                <a:cubicBezTo>
                  <a:pt x="661" y="142"/>
                  <a:pt x="660" y="142"/>
                  <a:pt x="659" y="142"/>
                </a:cubicBezTo>
                <a:cubicBezTo>
                  <a:pt x="641" y="143"/>
                  <a:pt x="621" y="148"/>
                  <a:pt x="604" y="157"/>
                </a:cubicBezTo>
                <a:cubicBezTo>
                  <a:pt x="600" y="151"/>
                  <a:pt x="591" y="144"/>
                  <a:pt x="577" y="143"/>
                </a:cubicBezTo>
                <a:cubicBezTo>
                  <a:pt x="568" y="143"/>
                  <a:pt x="552" y="145"/>
                  <a:pt x="542" y="160"/>
                </a:cubicBezTo>
                <a:cubicBezTo>
                  <a:pt x="539" y="165"/>
                  <a:pt x="538" y="171"/>
                  <a:pt x="538" y="177"/>
                </a:cubicBezTo>
                <a:cubicBezTo>
                  <a:pt x="538" y="193"/>
                  <a:pt x="544" y="202"/>
                  <a:pt x="549" y="238"/>
                </a:cubicBezTo>
                <a:cubicBezTo>
                  <a:pt x="554" y="276"/>
                  <a:pt x="553" y="301"/>
                  <a:pt x="542" y="315"/>
                </a:cubicBezTo>
                <a:cubicBezTo>
                  <a:pt x="536" y="324"/>
                  <a:pt x="526" y="329"/>
                  <a:pt x="515" y="329"/>
                </a:cubicBezTo>
                <a:cubicBezTo>
                  <a:pt x="506" y="329"/>
                  <a:pt x="497" y="326"/>
                  <a:pt x="490" y="319"/>
                </a:cubicBezTo>
                <a:cubicBezTo>
                  <a:pt x="482" y="312"/>
                  <a:pt x="478" y="297"/>
                  <a:pt x="478" y="279"/>
                </a:cubicBezTo>
                <a:cubicBezTo>
                  <a:pt x="478" y="243"/>
                  <a:pt x="494" y="178"/>
                  <a:pt x="493" y="175"/>
                </a:cubicBezTo>
                <a:cubicBezTo>
                  <a:pt x="493" y="173"/>
                  <a:pt x="480" y="145"/>
                  <a:pt x="450" y="142"/>
                </a:cubicBezTo>
                <a:cubicBezTo>
                  <a:pt x="449" y="142"/>
                  <a:pt x="448" y="142"/>
                  <a:pt x="447" y="142"/>
                </a:cubicBezTo>
                <a:cubicBezTo>
                  <a:pt x="437" y="142"/>
                  <a:pt x="421" y="146"/>
                  <a:pt x="411" y="160"/>
                </a:cubicBezTo>
                <a:cubicBezTo>
                  <a:pt x="406" y="167"/>
                  <a:pt x="404" y="175"/>
                  <a:pt x="404" y="183"/>
                </a:cubicBezTo>
                <a:cubicBezTo>
                  <a:pt x="405" y="199"/>
                  <a:pt x="411" y="217"/>
                  <a:pt x="414" y="238"/>
                </a:cubicBezTo>
                <a:cubicBezTo>
                  <a:pt x="418" y="261"/>
                  <a:pt x="421" y="298"/>
                  <a:pt x="408" y="315"/>
                </a:cubicBezTo>
                <a:cubicBezTo>
                  <a:pt x="401" y="323"/>
                  <a:pt x="393" y="329"/>
                  <a:pt x="380" y="329"/>
                </a:cubicBezTo>
                <a:cubicBezTo>
                  <a:pt x="379" y="329"/>
                  <a:pt x="378" y="329"/>
                  <a:pt x="377" y="329"/>
                </a:cubicBezTo>
                <a:cubicBezTo>
                  <a:pt x="357" y="327"/>
                  <a:pt x="345" y="314"/>
                  <a:pt x="344" y="291"/>
                </a:cubicBezTo>
                <a:cubicBezTo>
                  <a:pt x="344" y="290"/>
                  <a:pt x="344" y="289"/>
                  <a:pt x="344" y="289"/>
                </a:cubicBezTo>
                <a:cubicBezTo>
                  <a:pt x="344" y="271"/>
                  <a:pt x="346" y="241"/>
                  <a:pt x="346" y="226"/>
                </a:cubicBezTo>
                <a:cubicBezTo>
                  <a:pt x="346" y="220"/>
                  <a:pt x="346" y="214"/>
                  <a:pt x="344" y="208"/>
                </a:cubicBezTo>
                <a:cubicBezTo>
                  <a:pt x="335" y="167"/>
                  <a:pt x="301" y="144"/>
                  <a:pt x="255" y="144"/>
                </a:cubicBezTo>
                <a:cubicBezTo>
                  <a:pt x="221" y="144"/>
                  <a:pt x="196" y="154"/>
                  <a:pt x="182" y="173"/>
                </a:cubicBezTo>
                <a:cubicBezTo>
                  <a:pt x="167" y="153"/>
                  <a:pt x="132" y="142"/>
                  <a:pt x="105" y="142"/>
                </a:cubicBezTo>
                <a:cubicBezTo>
                  <a:pt x="79" y="142"/>
                  <a:pt x="23" y="157"/>
                  <a:pt x="8" y="212"/>
                </a:cubicBezTo>
                <a:cubicBezTo>
                  <a:pt x="2" y="233"/>
                  <a:pt x="0" y="276"/>
                  <a:pt x="0" y="301"/>
                </a:cubicBezTo>
                <a:cubicBezTo>
                  <a:pt x="0" y="336"/>
                  <a:pt x="3" y="368"/>
                  <a:pt x="3" y="368"/>
                </a:cubicBezTo>
                <a:cubicBezTo>
                  <a:pt x="3" y="368"/>
                  <a:pt x="16" y="378"/>
                  <a:pt x="39" y="378"/>
                </a:cubicBezTo>
                <a:cubicBezTo>
                  <a:pt x="40" y="378"/>
                  <a:pt x="41" y="378"/>
                  <a:pt x="42" y="378"/>
                </a:cubicBezTo>
                <a:cubicBezTo>
                  <a:pt x="49" y="378"/>
                  <a:pt x="65" y="375"/>
                  <a:pt x="70" y="358"/>
                </a:cubicBezTo>
                <a:cubicBezTo>
                  <a:pt x="73" y="346"/>
                  <a:pt x="73" y="327"/>
                  <a:pt x="73" y="307"/>
                </a:cubicBezTo>
                <a:cubicBezTo>
                  <a:pt x="73" y="295"/>
                  <a:pt x="73" y="254"/>
                  <a:pt x="73" y="252"/>
                </a:cubicBezTo>
                <a:cubicBezTo>
                  <a:pt x="73" y="229"/>
                  <a:pt x="76" y="221"/>
                  <a:pt x="84" y="212"/>
                </a:cubicBezTo>
                <a:cubicBezTo>
                  <a:pt x="89" y="205"/>
                  <a:pt x="102" y="200"/>
                  <a:pt x="112" y="200"/>
                </a:cubicBezTo>
                <a:cubicBezTo>
                  <a:pt x="122" y="200"/>
                  <a:pt x="131" y="202"/>
                  <a:pt x="137" y="209"/>
                </a:cubicBezTo>
                <a:cubicBezTo>
                  <a:pt x="147" y="218"/>
                  <a:pt x="147" y="225"/>
                  <a:pt x="148" y="237"/>
                </a:cubicBezTo>
                <a:cubicBezTo>
                  <a:pt x="148" y="241"/>
                  <a:pt x="146" y="334"/>
                  <a:pt x="146" y="351"/>
                </a:cubicBezTo>
                <a:cubicBezTo>
                  <a:pt x="146" y="355"/>
                  <a:pt x="146" y="357"/>
                  <a:pt x="146" y="360"/>
                </a:cubicBezTo>
                <a:cubicBezTo>
                  <a:pt x="148" y="369"/>
                  <a:pt x="155" y="378"/>
                  <a:pt x="179" y="378"/>
                </a:cubicBezTo>
                <a:cubicBezTo>
                  <a:pt x="180" y="379"/>
                  <a:pt x="181" y="378"/>
                  <a:pt x="182" y="378"/>
                </a:cubicBezTo>
                <a:cubicBezTo>
                  <a:pt x="194" y="378"/>
                  <a:pt x="202" y="376"/>
                  <a:pt x="207" y="371"/>
                </a:cubicBezTo>
                <a:cubicBezTo>
                  <a:pt x="213" y="366"/>
                  <a:pt x="214" y="359"/>
                  <a:pt x="214" y="352"/>
                </a:cubicBezTo>
                <a:cubicBezTo>
                  <a:pt x="214" y="352"/>
                  <a:pt x="211" y="255"/>
                  <a:pt x="212" y="237"/>
                </a:cubicBezTo>
                <a:cubicBezTo>
                  <a:pt x="214" y="208"/>
                  <a:pt x="233" y="199"/>
                  <a:pt x="253" y="201"/>
                </a:cubicBezTo>
                <a:cubicBezTo>
                  <a:pt x="275" y="202"/>
                  <a:pt x="286" y="219"/>
                  <a:pt x="285" y="242"/>
                </a:cubicBezTo>
                <a:cubicBezTo>
                  <a:pt x="285" y="263"/>
                  <a:pt x="284" y="277"/>
                  <a:pt x="284" y="290"/>
                </a:cubicBezTo>
                <a:cubicBezTo>
                  <a:pt x="284" y="310"/>
                  <a:pt x="287" y="334"/>
                  <a:pt x="302" y="352"/>
                </a:cubicBezTo>
                <a:cubicBezTo>
                  <a:pt x="321" y="375"/>
                  <a:pt x="349" y="383"/>
                  <a:pt x="375" y="383"/>
                </a:cubicBezTo>
                <a:cubicBezTo>
                  <a:pt x="405" y="383"/>
                  <a:pt x="433" y="372"/>
                  <a:pt x="446" y="360"/>
                </a:cubicBezTo>
                <a:cubicBezTo>
                  <a:pt x="462" y="377"/>
                  <a:pt x="494" y="384"/>
                  <a:pt x="512" y="384"/>
                </a:cubicBezTo>
                <a:cubicBezTo>
                  <a:pt x="513" y="384"/>
                  <a:pt x="513" y="384"/>
                  <a:pt x="513" y="384"/>
                </a:cubicBezTo>
                <a:cubicBezTo>
                  <a:pt x="551" y="384"/>
                  <a:pt x="601" y="371"/>
                  <a:pt x="612" y="314"/>
                </a:cubicBezTo>
                <a:cubicBezTo>
                  <a:pt x="614" y="304"/>
                  <a:pt x="615" y="293"/>
                  <a:pt x="615" y="283"/>
                </a:cubicBezTo>
                <a:cubicBezTo>
                  <a:pt x="615" y="263"/>
                  <a:pt x="612" y="231"/>
                  <a:pt x="612" y="218"/>
                </a:cubicBezTo>
                <a:cubicBezTo>
                  <a:pt x="620" y="209"/>
                  <a:pt x="638" y="201"/>
                  <a:pt x="655" y="201"/>
                </a:cubicBezTo>
                <a:cubicBezTo>
                  <a:pt x="656" y="201"/>
                  <a:pt x="657" y="201"/>
                  <a:pt x="658" y="201"/>
                </a:cubicBezTo>
                <a:cubicBezTo>
                  <a:pt x="671" y="202"/>
                  <a:pt x="678" y="206"/>
                  <a:pt x="684" y="211"/>
                </a:cubicBezTo>
                <a:cubicBezTo>
                  <a:pt x="702" y="227"/>
                  <a:pt x="698" y="255"/>
                  <a:pt x="697" y="268"/>
                </a:cubicBezTo>
                <a:cubicBezTo>
                  <a:pt x="695" y="294"/>
                  <a:pt x="688" y="321"/>
                  <a:pt x="687" y="343"/>
                </a:cubicBezTo>
                <a:cubicBezTo>
                  <a:pt x="687" y="353"/>
                  <a:pt x="688" y="361"/>
                  <a:pt x="693" y="368"/>
                </a:cubicBezTo>
                <a:cubicBezTo>
                  <a:pt x="702" y="381"/>
                  <a:pt x="719" y="382"/>
                  <a:pt x="727" y="383"/>
                </a:cubicBezTo>
                <a:cubicBezTo>
                  <a:pt x="728" y="383"/>
                  <a:pt x="729" y="382"/>
                  <a:pt x="729" y="382"/>
                </a:cubicBezTo>
                <a:cubicBezTo>
                  <a:pt x="754" y="381"/>
                  <a:pt x="762" y="366"/>
                  <a:pt x="762" y="366"/>
                </a:cubicBezTo>
                <a:cubicBezTo>
                  <a:pt x="762" y="366"/>
                  <a:pt x="764" y="345"/>
                  <a:pt x="764" y="319"/>
                </a:cubicBezTo>
                <a:cubicBezTo>
                  <a:pt x="763" y="287"/>
                  <a:pt x="765" y="236"/>
                  <a:pt x="757" y="210"/>
                </a:cubicBezTo>
                <a:cubicBezTo>
                  <a:pt x="744" y="163"/>
                  <a:pt x="705" y="142"/>
                  <a:pt x="662" y="14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/>
          </a:p>
        </p:txBody>
      </p:sp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62FF69D2-018C-40EC-488E-907AAFE3CEBC}"/>
              </a:ext>
            </a:extLst>
          </p:cNvPr>
          <p:cNvSpPr/>
          <p:nvPr userDrawn="1"/>
        </p:nvSpPr>
        <p:spPr bwMode="invGray">
          <a:xfrm>
            <a:off x="8289670" y="0"/>
            <a:ext cx="3902331" cy="3350862"/>
          </a:xfrm>
          <a:custGeom>
            <a:avLst/>
            <a:gdLst>
              <a:gd name="connsiteX0" fmla="*/ 268037 w 3902331"/>
              <a:gd name="connsiteY0" fmla="*/ 0 h 3350862"/>
              <a:gd name="connsiteX1" fmla="*/ 3902331 w 3902331"/>
              <a:gd name="connsiteY1" fmla="*/ 0 h 3350862"/>
              <a:gd name="connsiteX2" fmla="*/ 3902331 w 3902331"/>
              <a:gd name="connsiteY2" fmla="*/ 2670519 h 3350862"/>
              <a:gd name="connsiteX3" fmla="*/ 3890692 w 3902331"/>
              <a:gd name="connsiteY3" fmla="*/ 2683325 h 3350862"/>
              <a:gd name="connsiteX4" fmla="*/ 2279115 w 3902331"/>
              <a:gd name="connsiteY4" fmla="*/ 3350862 h 3350862"/>
              <a:gd name="connsiteX5" fmla="*/ 0 w 3902331"/>
              <a:gd name="connsiteY5" fmla="*/ 1071747 h 3350862"/>
              <a:gd name="connsiteX6" fmla="*/ 179104 w 3902331"/>
              <a:gd name="connsiteY6" fmla="*/ 184613 h 335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2331" h="3350862">
                <a:moveTo>
                  <a:pt x="268037" y="0"/>
                </a:moveTo>
                <a:lnTo>
                  <a:pt x="3902331" y="0"/>
                </a:lnTo>
                <a:lnTo>
                  <a:pt x="3902331" y="2670519"/>
                </a:lnTo>
                <a:lnTo>
                  <a:pt x="3890692" y="2683325"/>
                </a:lnTo>
                <a:cubicBezTo>
                  <a:pt x="3478254" y="3095763"/>
                  <a:pt x="2908475" y="3350862"/>
                  <a:pt x="2279115" y="3350862"/>
                </a:cubicBezTo>
                <a:cubicBezTo>
                  <a:pt x="1020395" y="3350862"/>
                  <a:pt x="0" y="2330467"/>
                  <a:pt x="0" y="1071747"/>
                </a:cubicBezTo>
                <a:cubicBezTo>
                  <a:pt x="0" y="757067"/>
                  <a:pt x="63775" y="457282"/>
                  <a:pt x="179104" y="184613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A25EFAC-FEC6-E9CA-97E8-86CE525C561C}"/>
              </a:ext>
            </a:extLst>
          </p:cNvPr>
          <p:cNvSpPr/>
          <p:nvPr userDrawn="1"/>
        </p:nvSpPr>
        <p:spPr bwMode="invGray">
          <a:xfrm>
            <a:off x="8401050" y="2565400"/>
            <a:ext cx="1727200" cy="1727200"/>
          </a:xfrm>
          <a:prstGeom prst="ellipse">
            <a:avLst/>
          </a:prstGeom>
          <a:solidFill>
            <a:srgbClr val="0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EDCB6AF-8FE0-AB5F-7C25-312D8AAB8C02}"/>
              </a:ext>
            </a:extLst>
          </p:cNvPr>
          <p:cNvSpPr/>
          <p:nvPr userDrawn="1"/>
        </p:nvSpPr>
        <p:spPr bwMode="invGray">
          <a:xfrm>
            <a:off x="7248525" y="2276475"/>
            <a:ext cx="863600" cy="8636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2" name="Freihandform: Form 21">
            <a:extLst>
              <a:ext uri="{FF2B5EF4-FFF2-40B4-BE49-F238E27FC236}">
                <a16:creationId xmlns:a16="http://schemas.microsoft.com/office/drawing/2014/main" id="{34DD95A7-3193-5882-FF6D-C7D954D6F797}"/>
              </a:ext>
            </a:extLst>
          </p:cNvPr>
          <p:cNvSpPr/>
          <p:nvPr userDrawn="1"/>
        </p:nvSpPr>
        <p:spPr bwMode="invGray">
          <a:xfrm>
            <a:off x="623888" y="5826394"/>
            <a:ext cx="1820084" cy="1031606"/>
          </a:xfrm>
          <a:custGeom>
            <a:avLst/>
            <a:gdLst>
              <a:gd name="connsiteX0" fmla="*/ 910042 w 1820084"/>
              <a:gd name="connsiteY0" fmla="*/ 0 h 1031606"/>
              <a:gd name="connsiteX1" fmla="*/ 1820084 w 1820084"/>
              <a:gd name="connsiteY1" fmla="*/ 910041 h 1031606"/>
              <a:gd name="connsiteX2" fmla="*/ 1807829 w 1820084"/>
              <a:gd name="connsiteY2" fmla="*/ 1031606 h 1031606"/>
              <a:gd name="connsiteX3" fmla="*/ 12255 w 1820084"/>
              <a:gd name="connsiteY3" fmla="*/ 1031606 h 1031606"/>
              <a:gd name="connsiteX4" fmla="*/ 0 w 1820084"/>
              <a:gd name="connsiteY4" fmla="*/ 910041 h 1031606"/>
              <a:gd name="connsiteX5" fmla="*/ 910042 w 1820084"/>
              <a:gd name="connsiteY5" fmla="*/ 0 h 103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084" h="1031606">
                <a:moveTo>
                  <a:pt x="910042" y="0"/>
                </a:moveTo>
                <a:cubicBezTo>
                  <a:pt x="1412644" y="0"/>
                  <a:pt x="1820084" y="407439"/>
                  <a:pt x="1820084" y="910041"/>
                </a:cubicBezTo>
                <a:lnTo>
                  <a:pt x="1807829" y="1031606"/>
                </a:lnTo>
                <a:lnTo>
                  <a:pt x="12255" y="1031606"/>
                </a:lnTo>
                <a:lnTo>
                  <a:pt x="0" y="910041"/>
                </a:lnTo>
                <a:cubicBezTo>
                  <a:pt x="0" y="407439"/>
                  <a:pt x="407440" y="0"/>
                  <a:pt x="910042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BC9E5BD-A711-E28C-0EFF-870DB3B13F3B}"/>
              </a:ext>
            </a:extLst>
          </p:cNvPr>
          <p:cNvSpPr/>
          <p:nvPr userDrawn="1"/>
        </p:nvSpPr>
        <p:spPr bwMode="invGray">
          <a:xfrm>
            <a:off x="1920036" y="5732462"/>
            <a:ext cx="576887" cy="576887"/>
          </a:xfrm>
          <a:prstGeom prst="ellipse">
            <a:avLst/>
          </a:prstGeom>
          <a:solidFill>
            <a:srgbClr val="0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11EE9A18-D84B-9313-6CEE-C0D68A47FEB0}"/>
              </a:ext>
            </a:extLst>
          </p:cNvPr>
          <p:cNvSpPr/>
          <p:nvPr userDrawn="1"/>
        </p:nvSpPr>
        <p:spPr bwMode="invGray">
          <a:xfrm>
            <a:off x="2640013" y="6181549"/>
            <a:ext cx="287338" cy="287338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" name="Textplatzhalter 43">
            <a:extLst>
              <a:ext uri="{FF2B5EF4-FFF2-40B4-BE49-F238E27FC236}">
                <a16:creationId xmlns:a16="http://schemas.microsoft.com/office/drawing/2014/main" id="{DFBA953D-9131-7744-8A81-AFF136B34A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836613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ctr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724132C6-9301-0DEC-1BE0-6E30C68FDF29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4309CC2B-6CF4-2040-2511-D4A33E4B90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327344D6-ADAD-7E21-6E6E-D6D424B960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213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10FA4-073F-B08C-B42B-83945AF3D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2299" y="1700213"/>
            <a:ext cx="6337301" cy="374491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Hier steht ein Präsentationtitel </a:t>
            </a:r>
            <a:br>
              <a:rPr lang="de-DE" dirty="0"/>
            </a:br>
            <a:r>
              <a:rPr lang="de-DE" dirty="0"/>
              <a:t>in mehreren Zeilen</a:t>
            </a:r>
          </a:p>
        </p:txBody>
      </p:sp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BF9ECB5-6DDB-55AC-AD7F-BB40CA6B4CF2}"/>
              </a:ext>
            </a:extLst>
          </p:cNvPr>
          <p:cNvSpPr/>
          <p:nvPr userDrawn="1"/>
        </p:nvSpPr>
        <p:spPr bwMode="invGray">
          <a:xfrm>
            <a:off x="8289670" y="0"/>
            <a:ext cx="3902331" cy="3350862"/>
          </a:xfrm>
          <a:custGeom>
            <a:avLst/>
            <a:gdLst>
              <a:gd name="connsiteX0" fmla="*/ 268037 w 3902331"/>
              <a:gd name="connsiteY0" fmla="*/ 0 h 3350862"/>
              <a:gd name="connsiteX1" fmla="*/ 3902331 w 3902331"/>
              <a:gd name="connsiteY1" fmla="*/ 0 h 3350862"/>
              <a:gd name="connsiteX2" fmla="*/ 3902331 w 3902331"/>
              <a:gd name="connsiteY2" fmla="*/ 2670519 h 3350862"/>
              <a:gd name="connsiteX3" fmla="*/ 3890692 w 3902331"/>
              <a:gd name="connsiteY3" fmla="*/ 2683325 h 3350862"/>
              <a:gd name="connsiteX4" fmla="*/ 2279115 w 3902331"/>
              <a:gd name="connsiteY4" fmla="*/ 3350862 h 3350862"/>
              <a:gd name="connsiteX5" fmla="*/ 0 w 3902331"/>
              <a:gd name="connsiteY5" fmla="*/ 1071747 h 3350862"/>
              <a:gd name="connsiteX6" fmla="*/ 179104 w 3902331"/>
              <a:gd name="connsiteY6" fmla="*/ 184613 h 3350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02331" h="3350862">
                <a:moveTo>
                  <a:pt x="268037" y="0"/>
                </a:moveTo>
                <a:lnTo>
                  <a:pt x="3902331" y="0"/>
                </a:lnTo>
                <a:lnTo>
                  <a:pt x="3902331" y="2670519"/>
                </a:lnTo>
                <a:lnTo>
                  <a:pt x="3890692" y="2683325"/>
                </a:lnTo>
                <a:cubicBezTo>
                  <a:pt x="3478254" y="3095763"/>
                  <a:pt x="2908475" y="3350862"/>
                  <a:pt x="2279115" y="3350862"/>
                </a:cubicBezTo>
                <a:cubicBezTo>
                  <a:pt x="1020395" y="3350862"/>
                  <a:pt x="0" y="2330467"/>
                  <a:pt x="0" y="1071747"/>
                </a:cubicBezTo>
                <a:cubicBezTo>
                  <a:pt x="0" y="757067"/>
                  <a:pt x="63775" y="457282"/>
                  <a:pt x="179104" y="184613"/>
                </a:cubicBezTo>
                <a:close/>
              </a:path>
            </a:pathLst>
          </a:custGeom>
          <a:solidFill>
            <a:schemeClr val="accent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FE65CFB-6C4E-97FE-1376-F147A92FBF82}"/>
              </a:ext>
            </a:extLst>
          </p:cNvPr>
          <p:cNvSpPr/>
          <p:nvPr userDrawn="1"/>
        </p:nvSpPr>
        <p:spPr bwMode="invGray">
          <a:xfrm>
            <a:off x="8401050" y="2565400"/>
            <a:ext cx="1727200" cy="17272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515A2BC6-C24B-9A47-5779-FE03A848397E}"/>
              </a:ext>
            </a:extLst>
          </p:cNvPr>
          <p:cNvSpPr/>
          <p:nvPr userDrawn="1"/>
        </p:nvSpPr>
        <p:spPr bwMode="invGray">
          <a:xfrm>
            <a:off x="7248525" y="2276475"/>
            <a:ext cx="863600" cy="8636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B3B87423-57CC-C6D4-2BB8-F9CC6843F0C8}"/>
              </a:ext>
            </a:extLst>
          </p:cNvPr>
          <p:cNvSpPr/>
          <p:nvPr userDrawn="1"/>
        </p:nvSpPr>
        <p:spPr bwMode="invGray">
          <a:xfrm>
            <a:off x="623888" y="5826394"/>
            <a:ext cx="1820084" cy="1031606"/>
          </a:xfrm>
          <a:custGeom>
            <a:avLst/>
            <a:gdLst>
              <a:gd name="connsiteX0" fmla="*/ 910042 w 1820084"/>
              <a:gd name="connsiteY0" fmla="*/ 0 h 1031606"/>
              <a:gd name="connsiteX1" fmla="*/ 1820084 w 1820084"/>
              <a:gd name="connsiteY1" fmla="*/ 910041 h 1031606"/>
              <a:gd name="connsiteX2" fmla="*/ 1807829 w 1820084"/>
              <a:gd name="connsiteY2" fmla="*/ 1031606 h 1031606"/>
              <a:gd name="connsiteX3" fmla="*/ 12255 w 1820084"/>
              <a:gd name="connsiteY3" fmla="*/ 1031606 h 1031606"/>
              <a:gd name="connsiteX4" fmla="*/ 0 w 1820084"/>
              <a:gd name="connsiteY4" fmla="*/ 910041 h 1031606"/>
              <a:gd name="connsiteX5" fmla="*/ 910042 w 1820084"/>
              <a:gd name="connsiteY5" fmla="*/ 0 h 1031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20084" h="1031606">
                <a:moveTo>
                  <a:pt x="910042" y="0"/>
                </a:moveTo>
                <a:cubicBezTo>
                  <a:pt x="1412644" y="0"/>
                  <a:pt x="1820084" y="407439"/>
                  <a:pt x="1820084" y="910041"/>
                </a:cubicBezTo>
                <a:lnTo>
                  <a:pt x="1807829" y="1031606"/>
                </a:lnTo>
                <a:lnTo>
                  <a:pt x="12255" y="1031606"/>
                </a:lnTo>
                <a:lnTo>
                  <a:pt x="0" y="910041"/>
                </a:lnTo>
                <a:cubicBezTo>
                  <a:pt x="0" y="407439"/>
                  <a:pt x="407440" y="0"/>
                  <a:pt x="910042" y="0"/>
                </a:cubicBezTo>
                <a:close/>
              </a:path>
            </a:pathLst>
          </a:custGeom>
          <a:solidFill>
            <a:schemeClr val="accent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17AEFE1-225B-F220-EF0A-FDE509BD917F}"/>
              </a:ext>
            </a:extLst>
          </p:cNvPr>
          <p:cNvSpPr/>
          <p:nvPr userDrawn="1"/>
        </p:nvSpPr>
        <p:spPr bwMode="invGray">
          <a:xfrm>
            <a:off x="1920036" y="5732462"/>
            <a:ext cx="576887" cy="576887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B072E46F-364B-90C9-371D-8E1F1CD55208}"/>
              </a:ext>
            </a:extLst>
          </p:cNvPr>
          <p:cNvSpPr/>
          <p:nvPr userDrawn="1"/>
        </p:nvSpPr>
        <p:spPr bwMode="invGray">
          <a:xfrm>
            <a:off x="2640013" y="6181549"/>
            <a:ext cx="287338" cy="287338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5" name="Textplatzhalter 43">
            <a:extLst>
              <a:ext uri="{FF2B5EF4-FFF2-40B4-BE49-F238E27FC236}">
                <a16:creationId xmlns:a16="http://schemas.microsoft.com/office/drawing/2014/main" id="{E3984E32-A705-A026-30F6-E49A117774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836613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ctr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C3AD531-DDB9-FF45-3988-FA4CB59D0092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388D05C-ABB7-C35F-70FD-9A9841A68B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E4888086-3E4E-7E2C-5C43-C91CFC1CB0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845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platzhalter 45">
            <a:extLst>
              <a:ext uri="{FF2B5EF4-FFF2-40B4-BE49-F238E27FC236}">
                <a16:creationId xmlns:a16="http://schemas.microsoft.com/office/drawing/2014/main" id="{3AE54FF9-99E8-925A-7A4C-B63766A1BB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>
            <a:off x="1487488" y="1700213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5" name="Freihandform: Form 34">
            <a:extLst>
              <a:ext uri="{FF2B5EF4-FFF2-40B4-BE49-F238E27FC236}">
                <a16:creationId xmlns:a16="http://schemas.microsoft.com/office/drawing/2014/main" id="{FD41E6AB-B5F6-3D95-3AB4-7D64DD693076}"/>
              </a:ext>
            </a:extLst>
          </p:cNvPr>
          <p:cNvSpPr/>
          <p:nvPr userDrawn="1"/>
        </p:nvSpPr>
        <p:spPr bwMode="invGray">
          <a:xfrm>
            <a:off x="11127282" y="1"/>
            <a:ext cx="1064719" cy="998048"/>
          </a:xfrm>
          <a:custGeom>
            <a:avLst/>
            <a:gdLst>
              <a:gd name="connsiteX0" fmla="*/ 49654 w 1064719"/>
              <a:gd name="connsiteY0" fmla="*/ 0 h 998048"/>
              <a:gd name="connsiteX1" fmla="*/ 1064719 w 1064719"/>
              <a:gd name="connsiteY1" fmla="*/ 0 h 998048"/>
              <a:gd name="connsiteX2" fmla="*/ 1064719 w 1064719"/>
              <a:gd name="connsiteY2" fmla="*/ 918433 h 998048"/>
              <a:gd name="connsiteX3" fmla="*/ 1024845 w 1064719"/>
              <a:gd name="connsiteY3" fmla="*/ 940076 h 998048"/>
              <a:gd name="connsiteX4" fmla="*/ 737699 w 1064719"/>
              <a:gd name="connsiteY4" fmla="*/ 998048 h 998048"/>
              <a:gd name="connsiteX5" fmla="*/ 0 w 1064719"/>
              <a:gd name="connsiteY5" fmla="*/ 260349 h 998048"/>
              <a:gd name="connsiteX6" fmla="*/ 14987 w 1064719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9" h="998048">
                <a:moveTo>
                  <a:pt x="49654" y="0"/>
                </a:moveTo>
                <a:lnTo>
                  <a:pt x="1064719" y="0"/>
                </a:lnTo>
                <a:lnTo>
                  <a:pt x="1064719" y="918433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1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86EF6C0F-B7FB-DA58-041F-AF1F4895BFAD}"/>
              </a:ext>
            </a:extLst>
          </p:cNvPr>
          <p:cNvSpPr/>
          <p:nvPr userDrawn="1"/>
        </p:nvSpPr>
        <p:spPr bwMode="invGray">
          <a:xfrm>
            <a:off x="11201599" y="699100"/>
            <a:ext cx="529053" cy="529053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2B0F13F-A368-F69D-24DF-1B08D2A55761}"/>
              </a:ext>
            </a:extLst>
          </p:cNvPr>
          <p:cNvSpPr/>
          <p:nvPr userDrawn="1"/>
        </p:nvSpPr>
        <p:spPr bwMode="invGray">
          <a:xfrm>
            <a:off x="10827657" y="548875"/>
            <a:ext cx="259546" cy="25954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917BD113-4833-9C84-EFB4-5D31AF63EBF4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05A26615-0770-9518-2E2B-387216985CBC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180B0B3C-0186-CD74-2807-8751DB9635D7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F95A1885-35FB-97C8-FF37-62CF0F44B508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512CF047-854F-DCC9-160D-FA55B0BBEBE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7C97672C-7F43-2299-5AF6-8016CB9F397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A492B6E6-E38D-4669-6147-B07614C7810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46B69D09-7649-916D-EAF5-1C3343DBB86C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0" name="Textfeld 19">
            <a:extLst>
              <a:ext uri="{FF2B5EF4-FFF2-40B4-BE49-F238E27FC236}">
                <a16:creationId xmlns:a16="http://schemas.microsoft.com/office/drawing/2014/main" id="{B8D18A6F-BA8B-14E3-9956-FFD72E7BD153}"/>
              </a:ext>
            </a:extLst>
          </p:cNvPr>
          <p:cNvSpPr txBox="1"/>
          <p:nvPr userDrawn="1"/>
        </p:nvSpPr>
        <p:spPr bwMode="invGray">
          <a:xfrm>
            <a:off x="1487488" y="836613"/>
            <a:ext cx="4895850" cy="5762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573810F6-7681-02EA-A799-4EDC373410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invGray">
          <a:xfrm>
            <a:off x="2351088" y="1700213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7" name="Datumsplatzhalter 36">
            <a:extLst>
              <a:ext uri="{FF2B5EF4-FFF2-40B4-BE49-F238E27FC236}">
                <a16:creationId xmlns:a16="http://schemas.microsoft.com/office/drawing/2014/main" id="{3035E05E-11E0-AF80-E5E0-86563DAE7138}"/>
              </a:ext>
            </a:extLst>
          </p:cNvPr>
          <p:cNvSpPr>
            <a:spLocks noGrp="1"/>
          </p:cNvSpPr>
          <p:nvPr>
            <p:ph type="dt" sz="half" idx="28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38" name="Fußzeilenplatzhalter 37">
            <a:extLst>
              <a:ext uri="{FF2B5EF4-FFF2-40B4-BE49-F238E27FC236}">
                <a16:creationId xmlns:a16="http://schemas.microsoft.com/office/drawing/2014/main" id="{BF15BC57-ADC4-4DEB-6EE9-559EA23E0572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39" name="Foliennummernplatzhalter 38">
            <a:extLst>
              <a:ext uri="{FF2B5EF4-FFF2-40B4-BE49-F238E27FC236}">
                <a16:creationId xmlns:a16="http://schemas.microsoft.com/office/drawing/2014/main" id="{F1405A9D-A919-A18A-1961-DE211E734D3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0" name="Textplatzhalter 45">
            <a:extLst>
              <a:ext uri="{FF2B5EF4-FFF2-40B4-BE49-F238E27FC236}">
                <a16:creationId xmlns:a16="http://schemas.microsoft.com/office/drawing/2014/main" id="{3B5C1241-2BA9-9183-9B30-E8637EC64BF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invGray">
          <a:xfrm>
            <a:off x="2351088" y="2852996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2" name="Textplatzhalter 45">
            <a:extLst>
              <a:ext uri="{FF2B5EF4-FFF2-40B4-BE49-F238E27FC236}">
                <a16:creationId xmlns:a16="http://schemas.microsoft.com/office/drawing/2014/main" id="{3D351827-CD95-EFBA-7C5F-B5609645FF6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487488" y="2852996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43" name="Textplatzhalter 45">
            <a:extLst>
              <a:ext uri="{FF2B5EF4-FFF2-40B4-BE49-F238E27FC236}">
                <a16:creationId xmlns:a16="http://schemas.microsoft.com/office/drawing/2014/main" id="{CB832C6E-B93A-78B9-6268-626F0901A05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invGray">
          <a:xfrm>
            <a:off x="2351088" y="4005004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4" name="Textplatzhalter 45">
            <a:extLst>
              <a:ext uri="{FF2B5EF4-FFF2-40B4-BE49-F238E27FC236}">
                <a16:creationId xmlns:a16="http://schemas.microsoft.com/office/drawing/2014/main" id="{E5A953DC-5B5B-EA9F-40BF-29C5342B0FB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gray">
          <a:xfrm>
            <a:off x="1487488" y="4005004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45" name="Textplatzhalter 45">
            <a:extLst>
              <a:ext uri="{FF2B5EF4-FFF2-40B4-BE49-F238E27FC236}">
                <a16:creationId xmlns:a16="http://schemas.microsoft.com/office/drawing/2014/main" id="{135EF5D5-923B-E5BC-7C25-7570F03C2CD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invGray">
          <a:xfrm>
            <a:off x="2351088" y="5157012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7" name="Textplatzhalter 45">
            <a:extLst>
              <a:ext uri="{FF2B5EF4-FFF2-40B4-BE49-F238E27FC236}">
                <a16:creationId xmlns:a16="http://schemas.microsoft.com/office/drawing/2014/main" id="{B8E9F625-CC29-7341-63D0-EBC7791E04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487488" y="5157012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48" name="Textplatzhalter 45">
            <a:extLst>
              <a:ext uri="{FF2B5EF4-FFF2-40B4-BE49-F238E27FC236}">
                <a16:creationId xmlns:a16="http://schemas.microsoft.com/office/drawing/2014/main" id="{13B3AB54-4F0A-FD49-5A48-EC07B1D89EC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invGray">
          <a:xfrm>
            <a:off x="6384002" y="1704200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9" name="Textplatzhalter 45">
            <a:extLst>
              <a:ext uri="{FF2B5EF4-FFF2-40B4-BE49-F238E27FC236}">
                <a16:creationId xmlns:a16="http://schemas.microsoft.com/office/drawing/2014/main" id="{AB725694-F75A-AA94-9091-6243261909B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gray">
          <a:xfrm>
            <a:off x="5519996" y="1700988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0" name="Textplatzhalter 45">
            <a:extLst>
              <a:ext uri="{FF2B5EF4-FFF2-40B4-BE49-F238E27FC236}">
                <a16:creationId xmlns:a16="http://schemas.microsoft.com/office/drawing/2014/main" id="{379EE3BB-A009-3260-B71E-5DF11B58EEA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invGray">
          <a:xfrm>
            <a:off x="6384002" y="2852996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1" name="Textplatzhalter 45">
            <a:extLst>
              <a:ext uri="{FF2B5EF4-FFF2-40B4-BE49-F238E27FC236}">
                <a16:creationId xmlns:a16="http://schemas.microsoft.com/office/drawing/2014/main" id="{057B2F65-E5E3-9923-EB18-0407B877541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5519996" y="2852738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2" name="Textplatzhalter 45">
            <a:extLst>
              <a:ext uri="{FF2B5EF4-FFF2-40B4-BE49-F238E27FC236}">
                <a16:creationId xmlns:a16="http://schemas.microsoft.com/office/drawing/2014/main" id="{2112EA36-733A-431A-6F25-E227BC308B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invGray">
          <a:xfrm>
            <a:off x="6384002" y="4005004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3" name="Textplatzhalter 45">
            <a:extLst>
              <a:ext uri="{FF2B5EF4-FFF2-40B4-BE49-F238E27FC236}">
                <a16:creationId xmlns:a16="http://schemas.microsoft.com/office/drawing/2014/main" id="{EA5EEE67-EEAB-C74A-DC06-B6483D9927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519996" y="4005004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4" name="Textplatzhalter 45">
            <a:extLst>
              <a:ext uri="{FF2B5EF4-FFF2-40B4-BE49-F238E27FC236}">
                <a16:creationId xmlns:a16="http://schemas.microsoft.com/office/drawing/2014/main" id="{32EED93D-2993-6B09-38FA-03212CA4A9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invGray">
          <a:xfrm>
            <a:off x="6384002" y="5157012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5" name="Textplatzhalter 45">
            <a:extLst>
              <a:ext uri="{FF2B5EF4-FFF2-40B4-BE49-F238E27FC236}">
                <a16:creationId xmlns:a16="http://schemas.microsoft.com/office/drawing/2014/main" id="{7ABBD805-FC10-EDE3-2A4E-B1BED8E9E31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5519996" y="5157012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051549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und Bild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ihandform: Form 42">
            <a:extLst>
              <a:ext uri="{FF2B5EF4-FFF2-40B4-BE49-F238E27FC236}">
                <a16:creationId xmlns:a16="http://schemas.microsoft.com/office/drawing/2014/main" id="{93CA161A-DC19-7C9F-52EC-4E3F651D0D5D}"/>
              </a:ext>
            </a:extLst>
          </p:cNvPr>
          <p:cNvSpPr/>
          <p:nvPr userDrawn="1"/>
        </p:nvSpPr>
        <p:spPr bwMode="invGray">
          <a:xfrm>
            <a:off x="11127282" y="1"/>
            <a:ext cx="1064719" cy="998048"/>
          </a:xfrm>
          <a:custGeom>
            <a:avLst/>
            <a:gdLst>
              <a:gd name="connsiteX0" fmla="*/ 49654 w 1064719"/>
              <a:gd name="connsiteY0" fmla="*/ 0 h 998048"/>
              <a:gd name="connsiteX1" fmla="*/ 1064719 w 1064719"/>
              <a:gd name="connsiteY1" fmla="*/ 0 h 998048"/>
              <a:gd name="connsiteX2" fmla="*/ 1064719 w 1064719"/>
              <a:gd name="connsiteY2" fmla="*/ 918433 h 998048"/>
              <a:gd name="connsiteX3" fmla="*/ 1024845 w 1064719"/>
              <a:gd name="connsiteY3" fmla="*/ 940076 h 998048"/>
              <a:gd name="connsiteX4" fmla="*/ 737699 w 1064719"/>
              <a:gd name="connsiteY4" fmla="*/ 998048 h 998048"/>
              <a:gd name="connsiteX5" fmla="*/ 0 w 1064719"/>
              <a:gd name="connsiteY5" fmla="*/ 260349 h 998048"/>
              <a:gd name="connsiteX6" fmla="*/ 14987 w 1064719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9" h="998048">
                <a:moveTo>
                  <a:pt x="49654" y="0"/>
                </a:moveTo>
                <a:lnTo>
                  <a:pt x="1064719" y="0"/>
                </a:lnTo>
                <a:lnTo>
                  <a:pt x="1064719" y="918433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1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C199A23-5101-E0C9-72FD-25B2BBA3741C}"/>
              </a:ext>
            </a:extLst>
          </p:cNvPr>
          <p:cNvSpPr/>
          <p:nvPr userDrawn="1"/>
        </p:nvSpPr>
        <p:spPr bwMode="invGray">
          <a:xfrm>
            <a:off x="11201599" y="699100"/>
            <a:ext cx="529053" cy="529053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BD90982-2570-E028-A44A-B22EEF85E3E2}"/>
              </a:ext>
            </a:extLst>
          </p:cNvPr>
          <p:cNvSpPr/>
          <p:nvPr userDrawn="1"/>
        </p:nvSpPr>
        <p:spPr bwMode="invGray">
          <a:xfrm>
            <a:off x="10827657" y="548875"/>
            <a:ext cx="259546" cy="25954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8D18A6F-BA8B-14E3-9956-FFD72E7BD153}"/>
              </a:ext>
            </a:extLst>
          </p:cNvPr>
          <p:cNvSpPr txBox="1"/>
          <p:nvPr userDrawn="1"/>
        </p:nvSpPr>
        <p:spPr bwMode="invGray">
          <a:xfrm>
            <a:off x="5232400" y="836613"/>
            <a:ext cx="4895850" cy="5762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950FA40-F593-693B-B2E4-3398B0337E35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3B69A49-7C5F-E296-3046-84CFB518A00E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1FD47EE8-AC8D-780E-9BEA-F24FAEA4C0A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9789B6F-8C07-A794-23BD-F5EBC9405E64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0D81C48A-137A-C9EC-C97B-37D69D7AF72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A8328FA-96A7-B940-58A1-CA34DC8AFB1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177FCE84-95F8-3F5B-1357-714FF70DB1B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5DDA93F-949E-26D7-1698-E89CB38F96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41" name="Datumsplatzhalter 40">
            <a:extLst>
              <a:ext uri="{FF2B5EF4-FFF2-40B4-BE49-F238E27FC236}">
                <a16:creationId xmlns:a16="http://schemas.microsoft.com/office/drawing/2014/main" id="{480B903E-005F-742B-68E4-7BAE6E7994B4}"/>
              </a:ext>
            </a:extLst>
          </p:cNvPr>
          <p:cNvSpPr>
            <a:spLocks noGrp="1"/>
          </p:cNvSpPr>
          <p:nvPr>
            <p:ph type="dt" sz="half" idx="29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42" name="Fußzeilenplatzhalter 41">
            <a:extLst>
              <a:ext uri="{FF2B5EF4-FFF2-40B4-BE49-F238E27FC236}">
                <a16:creationId xmlns:a16="http://schemas.microsoft.com/office/drawing/2014/main" id="{16F54189-09DC-E910-0911-F9BF81F3F914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44" name="Foliennummernplatzhalter 43">
            <a:extLst>
              <a:ext uri="{FF2B5EF4-FFF2-40B4-BE49-F238E27FC236}">
                <a16:creationId xmlns:a16="http://schemas.microsoft.com/office/drawing/2014/main" id="{ACADD18F-A8E5-1D92-E9EF-E0BE36D61DFE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5" name="Bildplatzhalter 8">
            <a:extLst>
              <a:ext uri="{FF2B5EF4-FFF2-40B4-BE49-F238E27FC236}">
                <a16:creationId xmlns:a16="http://schemas.microsoft.com/office/drawing/2014/main" id="{FC3ABC69-A4C6-D8C6-882A-4EE32986A11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0" y="0"/>
            <a:ext cx="4656138" cy="6858000"/>
          </a:xfrm>
        </p:spPr>
        <p:txBody>
          <a:bodyPr tIns="396000" anchor="ctr" anchorCtr="0"/>
          <a:lstStyle>
            <a:lvl1pPr algn="ctr"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58" name="Textplatzhalter 45">
            <a:extLst>
              <a:ext uri="{FF2B5EF4-FFF2-40B4-BE49-F238E27FC236}">
                <a16:creationId xmlns:a16="http://schemas.microsoft.com/office/drawing/2014/main" id="{E4BA22C1-8622-55F2-28CB-F59BB6743C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231994" y="1700213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9" name="Textplatzhalter 45">
            <a:extLst>
              <a:ext uri="{FF2B5EF4-FFF2-40B4-BE49-F238E27FC236}">
                <a16:creationId xmlns:a16="http://schemas.microsoft.com/office/drawing/2014/main" id="{CDE6308C-55E8-5F82-924D-2F0F5B703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invGray">
          <a:xfrm>
            <a:off x="6095595" y="1700213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0" name="Textplatzhalter 45">
            <a:extLst>
              <a:ext uri="{FF2B5EF4-FFF2-40B4-BE49-F238E27FC236}">
                <a16:creationId xmlns:a16="http://schemas.microsoft.com/office/drawing/2014/main" id="{122DE978-0D30-5E5F-6D7B-59D2C6109D5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invGray">
          <a:xfrm>
            <a:off x="6095595" y="2852996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1" name="Textplatzhalter 45">
            <a:extLst>
              <a:ext uri="{FF2B5EF4-FFF2-40B4-BE49-F238E27FC236}">
                <a16:creationId xmlns:a16="http://schemas.microsoft.com/office/drawing/2014/main" id="{214E1C2D-A86C-B360-5937-C0C5B4C57A6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gray">
          <a:xfrm>
            <a:off x="5231994" y="2852996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2" name="Textplatzhalter 45">
            <a:extLst>
              <a:ext uri="{FF2B5EF4-FFF2-40B4-BE49-F238E27FC236}">
                <a16:creationId xmlns:a16="http://schemas.microsoft.com/office/drawing/2014/main" id="{0088A2FA-DC92-D336-0B41-FCF3668BBE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invGray">
          <a:xfrm>
            <a:off x="6095595" y="4005004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3" name="Textplatzhalter 45">
            <a:extLst>
              <a:ext uri="{FF2B5EF4-FFF2-40B4-BE49-F238E27FC236}">
                <a16:creationId xmlns:a16="http://schemas.microsoft.com/office/drawing/2014/main" id="{92387C1F-993D-6262-0940-F59122EAB2D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231994" y="4005004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4" name="Textplatzhalter 45">
            <a:extLst>
              <a:ext uri="{FF2B5EF4-FFF2-40B4-BE49-F238E27FC236}">
                <a16:creationId xmlns:a16="http://schemas.microsoft.com/office/drawing/2014/main" id="{19361417-789D-2B74-D950-D49B0827F14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invGray">
          <a:xfrm>
            <a:off x="6095595" y="5157012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5" name="Textplatzhalter 45">
            <a:extLst>
              <a:ext uri="{FF2B5EF4-FFF2-40B4-BE49-F238E27FC236}">
                <a16:creationId xmlns:a16="http://schemas.microsoft.com/office/drawing/2014/main" id="{BEB93E5B-FDA9-56A5-DA56-512ED1B6B5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>
            <a:off x="5231994" y="5157012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6" name="Textplatzhalter 45">
            <a:extLst>
              <a:ext uri="{FF2B5EF4-FFF2-40B4-BE49-F238E27FC236}">
                <a16:creationId xmlns:a16="http://schemas.microsoft.com/office/drawing/2014/main" id="{94E93932-0C79-E53F-34DF-1B86F0C3C10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invGray">
          <a:xfrm>
            <a:off x="9550584" y="1704200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7" name="Textplatzhalter 45">
            <a:extLst>
              <a:ext uri="{FF2B5EF4-FFF2-40B4-BE49-F238E27FC236}">
                <a16:creationId xmlns:a16="http://schemas.microsoft.com/office/drawing/2014/main" id="{1379A250-4448-1B1A-79D6-741032D58E7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8686577" y="1700988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8" name="Textplatzhalter 45">
            <a:extLst>
              <a:ext uri="{FF2B5EF4-FFF2-40B4-BE49-F238E27FC236}">
                <a16:creationId xmlns:a16="http://schemas.microsoft.com/office/drawing/2014/main" id="{BF58C164-EB0C-C19C-5F80-BB6920F592D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invGray">
          <a:xfrm>
            <a:off x="9550584" y="2852996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9" name="Textplatzhalter 45">
            <a:extLst>
              <a:ext uri="{FF2B5EF4-FFF2-40B4-BE49-F238E27FC236}">
                <a16:creationId xmlns:a16="http://schemas.microsoft.com/office/drawing/2014/main" id="{ED29A124-3027-289F-EB09-C5B0F5626F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 bwMode="gray">
          <a:xfrm>
            <a:off x="8686577" y="2852738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70" name="Textplatzhalter 45">
            <a:extLst>
              <a:ext uri="{FF2B5EF4-FFF2-40B4-BE49-F238E27FC236}">
                <a16:creationId xmlns:a16="http://schemas.microsoft.com/office/drawing/2014/main" id="{17322813-1A7A-0F9B-DF74-EBB4ABC844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invGray">
          <a:xfrm>
            <a:off x="9550584" y="4005004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1" name="Textplatzhalter 45">
            <a:extLst>
              <a:ext uri="{FF2B5EF4-FFF2-40B4-BE49-F238E27FC236}">
                <a16:creationId xmlns:a16="http://schemas.microsoft.com/office/drawing/2014/main" id="{01EBA6F3-070D-D9B2-A7D9-A1B2A0790A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8686577" y="4005004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72" name="Textplatzhalter 45">
            <a:extLst>
              <a:ext uri="{FF2B5EF4-FFF2-40B4-BE49-F238E27FC236}">
                <a16:creationId xmlns:a16="http://schemas.microsoft.com/office/drawing/2014/main" id="{8B5D2636-4338-2BF9-D86C-F2C6D4F7EB7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invGray">
          <a:xfrm>
            <a:off x="9550584" y="5157012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bg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bg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bg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3" name="Textplatzhalter 45">
            <a:extLst>
              <a:ext uri="{FF2B5EF4-FFF2-40B4-BE49-F238E27FC236}">
                <a16:creationId xmlns:a16="http://schemas.microsoft.com/office/drawing/2014/main" id="{A07BCDEC-7576-A4A8-76B9-13B214D59DA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8686577" y="5157012"/>
            <a:ext cx="576262" cy="576262"/>
          </a:xfrm>
          <a:solidFill>
            <a:schemeClr val="bg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94004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ihandform: Form 29">
            <a:extLst>
              <a:ext uri="{FF2B5EF4-FFF2-40B4-BE49-F238E27FC236}">
                <a16:creationId xmlns:a16="http://schemas.microsoft.com/office/drawing/2014/main" id="{BD8A53BD-65A2-5A19-95B9-B42ED9B1B555}"/>
              </a:ext>
            </a:extLst>
          </p:cNvPr>
          <p:cNvSpPr/>
          <p:nvPr userDrawn="1"/>
        </p:nvSpPr>
        <p:spPr bwMode="lt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046BAFD-0BD4-9F8E-7D1C-71A61A5B1C1B}"/>
              </a:ext>
            </a:extLst>
          </p:cNvPr>
          <p:cNvSpPr/>
          <p:nvPr userDrawn="1"/>
        </p:nvSpPr>
        <p:spPr bwMode="lt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48A9395-5379-90C4-66AF-611CB2AF9FF6}"/>
              </a:ext>
            </a:extLst>
          </p:cNvPr>
          <p:cNvSpPr/>
          <p:nvPr userDrawn="1"/>
        </p:nvSpPr>
        <p:spPr bwMode="lt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8D18A6F-BA8B-14E3-9956-FFD72E7BD153}"/>
              </a:ext>
            </a:extLst>
          </p:cNvPr>
          <p:cNvSpPr txBox="1"/>
          <p:nvPr userDrawn="1"/>
        </p:nvSpPr>
        <p:spPr bwMode="ltGray">
          <a:xfrm>
            <a:off x="1487488" y="836613"/>
            <a:ext cx="4895850" cy="5762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dirty="0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33" name="Datumsplatzhalter 32">
            <a:extLst>
              <a:ext uri="{FF2B5EF4-FFF2-40B4-BE49-F238E27FC236}">
                <a16:creationId xmlns:a16="http://schemas.microsoft.com/office/drawing/2014/main" id="{99BF1B40-C4AC-8C18-579E-B2066235F407}"/>
              </a:ext>
            </a:extLst>
          </p:cNvPr>
          <p:cNvSpPr>
            <a:spLocks noGrp="1"/>
          </p:cNvSpPr>
          <p:nvPr>
            <p:ph type="dt" sz="half" idx="30"/>
          </p:nvPr>
        </p:nvSpPr>
        <p:spPr bwMode="ltGray"/>
        <p:txBody>
          <a:bodyPr/>
          <a:lstStyle/>
          <a:p>
            <a:endParaRPr lang="de-DE"/>
          </a:p>
        </p:txBody>
      </p:sp>
      <p:sp>
        <p:nvSpPr>
          <p:cNvPr id="34" name="Fußzeilenplatzhalter 33">
            <a:extLst>
              <a:ext uri="{FF2B5EF4-FFF2-40B4-BE49-F238E27FC236}">
                <a16:creationId xmlns:a16="http://schemas.microsoft.com/office/drawing/2014/main" id="{2AFCB970-8BBB-B36E-EE2D-7F2C798FF9B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 bwMode="lt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35" name="Foliennummernplatzhalter 34">
            <a:extLst>
              <a:ext uri="{FF2B5EF4-FFF2-40B4-BE49-F238E27FC236}">
                <a16:creationId xmlns:a16="http://schemas.microsoft.com/office/drawing/2014/main" id="{DBEECB19-2424-BE56-1FBD-5814FF6DAF7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 bwMode="lt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9" name="Textplatzhalter 45">
            <a:extLst>
              <a:ext uri="{FF2B5EF4-FFF2-40B4-BE49-F238E27FC236}">
                <a16:creationId xmlns:a16="http://schemas.microsoft.com/office/drawing/2014/main" id="{4C7E4944-C46F-67D2-64AB-1F42D8D187C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ltGray">
          <a:xfrm>
            <a:off x="1487488" y="1700213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0" name="Textplatzhalter 45">
            <a:extLst>
              <a:ext uri="{FF2B5EF4-FFF2-40B4-BE49-F238E27FC236}">
                <a16:creationId xmlns:a16="http://schemas.microsoft.com/office/drawing/2014/main" id="{83CFFAC6-6C55-54C6-3461-C09049F05F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ltGray">
          <a:xfrm>
            <a:off x="2351088" y="1700213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1" name="Textplatzhalter 45">
            <a:extLst>
              <a:ext uri="{FF2B5EF4-FFF2-40B4-BE49-F238E27FC236}">
                <a16:creationId xmlns:a16="http://schemas.microsoft.com/office/drawing/2014/main" id="{16A7CFB9-C69B-A40A-D7DF-18060156168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ltGray">
          <a:xfrm>
            <a:off x="2351088" y="2852996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2" name="Textplatzhalter 45">
            <a:extLst>
              <a:ext uri="{FF2B5EF4-FFF2-40B4-BE49-F238E27FC236}">
                <a16:creationId xmlns:a16="http://schemas.microsoft.com/office/drawing/2014/main" id="{EFCB3391-6540-036F-78D1-F998EE52D13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ltGray">
          <a:xfrm>
            <a:off x="1487488" y="2852996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3" name="Textplatzhalter 45">
            <a:extLst>
              <a:ext uri="{FF2B5EF4-FFF2-40B4-BE49-F238E27FC236}">
                <a16:creationId xmlns:a16="http://schemas.microsoft.com/office/drawing/2014/main" id="{5941DF87-27E8-CC1C-64BA-D536095ABA9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ltGray">
          <a:xfrm>
            <a:off x="2351088" y="4005004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4" name="Textplatzhalter 45">
            <a:extLst>
              <a:ext uri="{FF2B5EF4-FFF2-40B4-BE49-F238E27FC236}">
                <a16:creationId xmlns:a16="http://schemas.microsoft.com/office/drawing/2014/main" id="{49A75C75-2AA0-B751-FC09-0CBCCABA2BC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ltGray">
          <a:xfrm>
            <a:off x="1487488" y="4005004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5" name="Textplatzhalter 45">
            <a:extLst>
              <a:ext uri="{FF2B5EF4-FFF2-40B4-BE49-F238E27FC236}">
                <a16:creationId xmlns:a16="http://schemas.microsoft.com/office/drawing/2014/main" id="{3386C7CC-C49F-511D-9BB8-BE4C653C53F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ltGray">
          <a:xfrm>
            <a:off x="2351088" y="5157012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6" name="Textplatzhalter 45">
            <a:extLst>
              <a:ext uri="{FF2B5EF4-FFF2-40B4-BE49-F238E27FC236}">
                <a16:creationId xmlns:a16="http://schemas.microsoft.com/office/drawing/2014/main" id="{6F1B2DC9-A8F3-0221-5DB1-3C750FF3D0D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ltGray">
          <a:xfrm>
            <a:off x="1487488" y="5157012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7" name="Textplatzhalter 45">
            <a:extLst>
              <a:ext uri="{FF2B5EF4-FFF2-40B4-BE49-F238E27FC236}">
                <a16:creationId xmlns:a16="http://schemas.microsoft.com/office/drawing/2014/main" id="{6D193D9A-C48D-7B10-0E99-8B3D50A801E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ltGray">
          <a:xfrm>
            <a:off x="6384002" y="1704200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8" name="Textplatzhalter 45">
            <a:extLst>
              <a:ext uri="{FF2B5EF4-FFF2-40B4-BE49-F238E27FC236}">
                <a16:creationId xmlns:a16="http://schemas.microsoft.com/office/drawing/2014/main" id="{8CD9503A-9898-8BCE-C425-201625D8329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ltGray">
          <a:xfrm>
            <a:off x="5519996" y="1700988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9" name="Textplatzhalter 45">
            <a:extLst>
              <a:ext uri="{FF2B5EF4-FFF2-40B4-BE49-F238E27FC236}">
                <a16:creationId xmlns:a16="http://schemas.microsoft.com/office/drawing/2014/main" id="{993F9658-A06B-C3E2-4F12-31102AAFD57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ltGray">
          <a:xfrm>
            <a:off x="6384002" y="2852996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0" name="Textplatzhalter 45">
            <a:extLst>
              <a:ext uri="{FF2B5EF4-FFF2-40B4-BE49-F238E27FC236}">
                <a16:creationId xmlns:a16="http://schemas.microsoft.com/office/drawing/2014/main" id="{B60F389D-6E85-91A3-8CAE-D3215AB4C46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ltGray">
          <a:xfrm>
            <a:off x="5519996" y="2852738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1" name="Textplatzhalter 45">
            <a:extLst>
              <a:ext uri="{FF2B5EF4-FFF2-40B4-BE49-F238E27FC236}">
                <a16:creationId xmlns:a16="http://schemas.microsoft.com/office/drawing/2014/main" id="{CD2730F0-5DDE-7DB4-50FC-6AD07286F0C9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ltGray">
          <a:xfrm>
            <a:off x="6384002" y="4005004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2" name="Textplatzhalter 45">
            <a:extLst>
              <a:ext uri="{FF2B5EF4-FFF2-40B4-BE49-F238E27FC236}">
                <a16:creationId xmlns:a16="http://schemas.microsoft.com/office/drawing/2014/main" id="{00FA618D-581A-4880-40DB-49B01EB21DF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ltGray">
          <a:xfrm>
            <a:off x="5519996" y="4005004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63" name="Textplatzhalter 45">
            <a:extLst>
              <a:ext uri="{FF2B5EF4-FFF2-40B4-BE49-F238E27FC236}">
                <a16:creationId xmlns:a16="http://schemas.microsoft.com/office/drawing/2014/main" id="{600B0D4C-978C-84A0-B81B-BA96D0C96C4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ltGray">
          <a:xfrm>
            <a:off x="6384002" y="5157012"/>
            <a:ext cx="2592387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4" name="Textplatzhalter 45">
            <a:extLst>
              <a:ext uri="{FF2B5EF4-FFF2-40B4-BE49-F238E27FC236}">
                <a16:creationId xmlns:a16="http://schemas.microsoft.com/office/drawing/2014/main" id="{0883F60C-CDA6-9903-232A-11900D101B6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ltGray">
          <a:xfrm>
            <a:off x="5519996" y="5157012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3642909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und Bild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DC6F7F72-DA22-CBD3-8589-583FAE51687F}"/>
              </a:ext>
            </a:extLst>
          </p:cNvPr>
          <p:cNvSpPr/>
          <p:nvPr userDrawn="1"/>
        </p:nvSpPr>
        <p:spPr bwMode="ltGray">
          <a:xfrm>
            <a:off x="11127282" y="1"/>
            <a:ext cx="1064719" cy="998048"/>
          </a:xfrm>
          <a:custGeom>
            <a:avLst/>
            <a:gdLst>
              <a:gd name="connsiteX0" fmla="*/ 49654 w 1064719"/>
              <a:gd name="connsiteY0" fmla="*/ 0 h 998048"/>
              <a:gd name="connsiteX1" fmla="*/ 1064719 w 1064719"/>
              <a:gd name="connsiteY1" fmla="*/ 0 h 998048"/>
              <a:gd name="connsiteX2" fmla="*/ 1064719 w 1064719"/>
              <a:gd name="connsiteY2" fmla="*/ 918433 h 998048"/>
              <a:gd name="connsiteX3" fmla="*/ 1024845 w 1064719"/>
              <a:gd name="connsiteY3" fmla="*/ 940076 h 998048"/>
              <a:gd name="connsiteX4" fmla="*/ 737699 w 1064719"/>
              <a:gd name="connsiteY4" fmla="*/ 998048 h 998048"/>
              <a:gd name="connsiteX5" fmla="*/ 0 w 1064719"/>
              <a:gd name="connsiteY5" fmla="*/ 260349 h 998048"/>
              <a:gd name="connsiteX6" fmla="*/ 14987 w 1064719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9" h="998048">
                <a:moveTo>
                  <a:pt x="49654" y="0"/>
                </a:moveTo>
                <a:lnTo>
                  <a:pt x="1064719" y="0"/>
                </a:lnTo>
                <a:lnTo>
                  <a:pt x="1064719" y="918433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1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8C199A23-5101-E0C9-72FD-25B2BBA3741C}"/>
              </a:ext>
            </a:extLst>
          </p:cNvPr>
          <p:cNvSpPr/>
          <p:nvPr userDrawn="1"/>
        </p:nvSpPr>
        <p:spPr bwMode="ltGray">
          <a:xfrm>
            <a:off x="11201599" y="699100"/>
            <a:ext cx="529053" cy="529053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BD90982-2570-E028-A44A-B22EEF85E3E2}"/>
              </a:ext>
            </a:extLst>
          </p:cNvPr>
          <p:cNvSpPr/>
          <p:nvPr userDrawn="1"/>
        </p:nvSpPr>
        <p:spPr bwMode="ltGray">
          <a:xfrm>
            <a:off x="10827657" y="548875"/>
            <a:ext cx="259546" cy="25954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B8D18A6F-BA8B-14E3-9956-FFD72E7BD153}"/>
              </a:ext>
            </a:extLst>
          </p:cNvPr>
          <p:cNvSpPr txBox="1"/>
          <p:nvPr userDrawn="1"/>
        </p:nvSpPr>
        <p:spPr bwMode="ltGray">
          <a:xfrm>
            <a:off x="5232400" y="836613"/>
            <a:ext cx="4895850" cy="57626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dirty="0">
                <a:solidFill>
                  <a:schemeClr val="accent1"/>
                </a:solidFill>
              </a:rPr>
              <a:t>Agenda</a:t>
            </a:r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495EE7C-2A4A-BDDE-6963-0164CE85CD7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0" y="0"/>
            <a:ext cx="4656138" cy="6858000"/>
          </a:xfrm>
        </p:spPr>
        <p:txBody>
          <a:bodyPr tIns="39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F55DE8C-73A5-BF80-D70C-823EBFDC192F}"/>
              </a:ext>
            </a:extLst>
          </p:cNvPr>
          <p:cNvSpPr>
            <a:spLocks noGrp="1"/>
          </p:cNvSpPr>
          <p:nvPr>
            <p:ph type="dt" sz="half" idx="29"/>
          </p:nvPr>
        </p:nvSpPr>
        <p:spPr bwMode="ltGray"/>
        <p:txBody>
          <a:bodyPr/>
          <a:lstStyle/>
          <a:p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304B761F-0E80-F1F4-75C8-EF70EBAE084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 bwMode="lt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1927B60-CDBC-2208-78D4-83894D6B762B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 bwMode="lt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4" name="Textplatzhalter 45">
            <a:extLst>
              <a:ext uri="{FF2B5EF4-FFF2-40B4-BE49-F238E27FC236}">
                <a16:creationId xmlns:a16="http://schemas.microsoft.com/office/drawing/2014/main" id="{21E5E0A2-E5D4-BCE2-F446-6E8B68A9F68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ltGray">
          <a:xfrm>
            <a:off x="5231994" y="1700213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41" name="Textplatzhalter 45">
            <a:extLst>
              <a:ext uri="{FF2B5EF4-FFF2-40B4-BE49-F238E27FC236}">
                <a16:creationId xmlns:a16="http://schemas.microsoft.com/office/drawing/2014/main" id="{878A129D-AF9A-8D65-F0FB-D0D2AC5163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ltGray">
          <a:xfrm>
            <a:off x="6095595" y="1700472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34183AB9-F97C-401D-4CC2-19BF666D822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ltGray">
          <a:xfrm>
            <a:off x="6095595" y="2853255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7" name="Textplatzhalter 45">
            <a:extLst>
              <a:ext uri="{FF2B5EF4-FFF2-40B4-BE49-F238E27FC236}">
                <a16:creationId xmlns:a16="http://schemas.microsoft.com/office/drawing/2014/main" id="{D3793696-C769-C276-9776-512800C44D8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 bwMode="ltGray">
          <a:xfrm>
            <a:off x="5231994" y="2852996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48" name="Textplatzhalter 45">
            <a:extLst>
              <a:ext uri="{FF2B5EF4-FFF2-40B4-BE49-F238E27FC236}">
                <a16:creationId xmlns:a16="http://schemas.microsoft.com/office/drawing/2014/main" id="{F8C3D355-A191-72A3-7004-BDA9ABA3CDF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ltGray">
          <a:xfrm>
            <a:off x="6095595" y="4005263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9" name="Textplatzhalter 45">
            <a:extLst>
              <a:ext uri="{FF2B5EF4-FFF2-40B4-BE49-F238E27FC236}">
                <a16:creationId xmlns:a16="http://schemas.microsoft.com/office/drawing/2014/main" id="{1BC3520A-1B2C-3EB9-2C03-2748011AF3E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ltGray">
          <a:xfrm>
            <a:off x="5231994" y="4005004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0" name="Textplatzhalter 45">
            <a:extLst>
              <a:ext uri="{FF2B5EF4-FFF2-40B4-BE49-F238E27FC236}">
                <a16:creationId xmlns:a16="http://schemas.microsoft.com/office/drawing/2014/main" id="{2A137FFF-C72E-C326-0B58-B94FD207256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ltGray">
          <a:xfrm>
            <a:off x="6095595" y="5157271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1" name="Textplatzhalter 45">
            <a:extLst>
              <a:ext uri="{FF2B5EF4-FFF2-40B4-BE49-F238E27FC236}">
                <a16:creationId xmlns:a16="http://schemas.microsoft.com/office/drawing/2014/main" id="{730F46CC-892E-C492-E578-A375FE77BA1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 bwMode="ltGray">
          <a:xfrm>
            <a:off x="5231994" y="5157012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2" name="Textplatzhalter 45">
            <a:extLst>
              <a:ext uri="{FF2B5EF4-FFF2-40B4-BE49-F238E27FC236}">
                <a16:creationId xmlns:a16="http://schemas.microsoft.com/office/drawing/2014/main" id="{8DD990D1-E8BA-EC98-F118-33D995EAFC5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ltGray">
          <a:xfrm>
            <a:off x="9552025" y="1704459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3" name="Textplatzhalter 45">
            <a:extLst>
              <a:ext uri="{FF2B5EF4-FFF2-40B4-BE49-F238E27FC236}">
                <a16:creationId xmlns:a16="http://schemas.microsoft.com/office/drawing/2014/main" id="{F075F04A-8EBF-9E6D-C15F-71A3356C5AB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ltGray">
          <a:xfrm>
            <a:off x="8688018" y="1700988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4" name="Textplatzhalter 45">
            <a:extLst>
              <a:ext uri="{FF2B5EF4-FFF2-40B4-BE49-F238E27FC236}">
                <a16:creationId xmlns:a16="http://schemas.microsoft.com/office/drawing/2014/main" id="{162E9FFF-32B0-5FCB-5140-3D83BBE1A5B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ltGray">
          <a:xfrm>
            <a:off x="9552025" y="2853255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5" name="Textplatzhalter 45">
            <a:extLst>
              <a:ext uri="{FF2B5EF4-FFF2-40B4-BE49-F238E27FC236}">
                <a16:creationId xmlns:a16="http://schemas.microsoft.com/office/drawing/2014/main" id="{EDDB8FA8-8AC6-BA82-6715-098C7A332DC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ltGray">
          <a:xfrm>
            <a:off x="8688018" y="2852738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6" name="Textplatzhalter 45">
            <a:extLst>
              <a:ext uri="{FF2B5EF4-FFF2-40B4-BE49-F238E27FC236}">
                <a16:creationId xmlns:a16="http://schemas.microsoft.com/office/drawing/2014/main" id="{79BD3E08-B935-4FF6-3022-BE244F11DB3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ltGray">
          <a:xfrm>
            <a:off x="9552025" y="4005263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7" name="Textplatzhalter 45">
            <a:extLst>
              <a:ext uri="{FF2B5EF4-FFF2-40B4-BE49-F238E27FC236}">
                <a16:creationId xmlns:a16="http://schemas.microsoft.com/office/drawing/2014/main" id="{822EFAC5-457C-A9ED-9C97-5841A6FB7D5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ltGray">
          <a:xfrm>
            <a:off x="8688018" y="4005004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58" name="Textplatzhalter 45">
            <a:extLst>
              <a:ext uri="{FF2B5EF4-FFF2-40B4-BE49-F238E27FC236}">
                <a16:creationId xmlns:a16="http://schemas.microsoft.com/office/drawing/2014/main" id="{44D0C121-0994-B379-7885-02B321D4388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ltGray">
          <a:xfrm>
            <a:off x="9552025" y="5157012"/>
            <a:ext cx="2305456" cy="865187"/>
          </a:xfrm>
        </p:spPr>
        <p:txBody>
          <a:bodyPr>
            <a:noAutofit/>
          </a:bodyPr>
          <a:lstStyle>
            <a:lvl1pPr marL="0" indent="0">
              <a:spcAft>
                <a:spcPts val="600"/>
              </a:spcAft>
              <a:buFont typeface="Arial" panose="020B0604020202020204" pitchFamily="34" charset="0"/>
              <a:buNone/>
              <a:defRPr b="1">
                <a:solidFill>
                  <a:schemeClr val="tx1"/>
                </a:solidFill>
              </a:defRPr>
            </a:lvl1pPr>
            <a:lvl2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</a:defRPr>
            </a:lvl3pPr>
            <a:lvl4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  <a:lvl6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6pPr>
            <a:lvl7pPr marL="216000" indent="-2160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7pPr>
            <a:lvl8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b="0">
                <a:solidFill>
                  <a:schemeClr val="tx1"/>
                </a:solidFill>
              </a:defRPr>
            </a:lvl8pPr>
            <a:lvl9pPr marL="216000" indent="-2160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9" name="Textplatzhalter 45">
            <a:extLst>
              <a:ext uri="{FF2B5EF4-FFF2-40B4-BE49-F238E27FC236}">
                <a16:creationId xmlns:a16="http://schemas.microsoft.com/office/drawing/2014/main" id="{4B2FE5D0-3EFB-6A4D-B596-D7ECAD5F6F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ltGray">
          <a:xfrm>
            <a:off x="8688018" y="5157012"/>
            <a:ext cx="576262" cy="576262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41223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Vollbild (Lila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D1FA4030-0886-F2FB-9533-425CEC9903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5256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AB4514-94EF-D3F9-D6A4-35BD73A74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5808663" cy="6857999"/>
          </a:xfr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wrap="square" lIns="612000" bIns="1692000"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1615B55-8588-22E5-284B-8A26F3E33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623888" y="5445125"/>
            <a:ext cx="863600" cy="5762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" name="Textplatzhalter 43">
            <a:extLst>
              <a:ext uri="{FF2B5EF4-FFF2-40B4-BE49-F238E27FC236}">
                <a16:creationId xmlns:a16="http://schemas.microsoft.com/office/drawing/2014/main" id="{6A348715-9A4F-411E-4FCC-68AAECA5CA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ltGray">
          <a:xfrm>
            <a:off x="1498968" y="5587835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53" name="Datumsplatzhalter 52">
            <a:extLst>
              <a:ext uri="{FF2B5EF4-FFF2-40B4-BE49-F238E27FC236}">
                <a16:creationId xmlns:a16="http://schemas.microsoft.com/office/drawing/2014/main" id="{31B7F7ED-CF10-E647-15AD-CBDBC5C56701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ltGray"/>
        <p:txBody>
          <a:bodyPr/>
          <a:lstStyle/>
          <a:p>
            <a:endParaRPr lang="de-DE"/>
          </a:p>
        </p:txBody>
      </p:sp>
      <p:sp>
        <p:nvSpPr>
          <p:cNvPr id="56" name="Fußzeilenplatzhalter 55">
            <a:extLst>
              <a:ext uri="{FF2B5EF4-FFF2-40B4-BE49-F238E27FC236}">
                <a16:creationId xmlns:a16="http://schemas.microsoft.com/office/drawing/2014/main" id="{58C2E611-731E-4175-B4A9-AFF9CCB0FD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lt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55" name="Foliennummernplatzhalter 54">
            <a:extLst>
              <a:ext uri="{FF2B5EF4-FFF2-40B4-BE49-F238E27FC236}">
                <a16:creationId xmlns:a16="http://schemas.microsoft.com/office/drawing/2014/main" id="{118B19FB-56A0-8C62-CCB9-11598A2850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lt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966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Vollbild (Blau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D1FA4030-0886-F2FB-9533-425CEC9903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5256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AB4514-94EF-D3F9-D6A4-35BD73A74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5808663" cy="6857999"/>
          </a:xfr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wrap="square" lIns="612000" bIns="1692000"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1615B55-8588-22E5-284B-8A26F3E33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623888" y="5445125"/>
            <a:ext cx="863600" cy="5762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" name="Textplatzhalter 43">
            <a:extLst>
              <a:ext uri="{FF2B5EF4-FFF2-40B4-BE49-F238E27FC236}">
                <a16:creationId xmlns:a16="http://schemas.microsoft.com/office/drawing/2014/main" id="{6A348715-9A4F-411E-4FCC-68AAECA5CA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ltGray">
          <a:xfrm>
            <a:off x="1498968" y="5587835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53" name="Datumsplatzhalter 52">
            <a:extLst>
              <a:ext uri="{FF2B5EF4-FFF2-40B4-BE49-F238E27FC236}">
                <a16:creationId xmlns:a16="http://schemas.microsoft.com/office/drawing/2014/main" id="{31B7F7ED-CF10-E647-15AD-CBDBC5C56701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ltGray"/>
        <p:txBody>
          <a:bodyPr/>
          <a:lstStyle/>
          <a:p>
            <a:endParaRPr lang="de-DE"/>
          </a:p>
        </p:txBody>
      </p:sp>
      <p:sp>
        <p:nvSpPr>
          <p:cNvPr id="56" name="Fußzeilenplatzhalter 55">
            <a:extLst>
              <a:ext uri="{FF2B5EF4-FFF2-40B4-BE49-F238E27FC236}">
                <a16:creationId xmlns:a16="http://schemas.microsoft.com/office/drawing/2014/main" id="{58C2E611-731E-4175-B4A9-AFF9CCB0FD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lt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55" name="Foliennummernplatzhalter 54">
            <a:extLst>
              <a:ext uri="{FF2B5EF4-FFF2-40B4-BE49-F238E27FC236}">
                <a16:creationId xmlns:a16="http://schemas.microsoft.com/office/drawing/2014/main" id="{118B19FB-56A0-8C62-CCB9-11598A2850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ltGray">
          <a:xfrm>
            <a:off x="0" y="6854400"/>
            <a:ext cx="3600" cy="3600"/>
          </a:xfrm>
          <a:noFill/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398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 Vollbild (Grü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>
            <a:extLst>
              <a:ext uri="{FF2B5EF4-FFF2-40B4-BE49-F238E27FC236}">
                <a16:creationId xmlns:a16="http://schemas.microsoft.com/office/drawing/2014/main" id="{D1FA4030-0886-F2FB-9533-425CEC9903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spPr>
        <p:txBody>
          <a:bodyPr wrap="square" lIns="5256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AB4514-94EF-D3F9-D6A4-35BD73A740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0" y="0"/>
            <a:ext cx="5808663" cy="6857999"/>
          </a:xfr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wrap="square" lIns="612000" bIns="1692000"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31615B55-8588-22E5-284B-8A26F3E338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623888" y="5445125"/>
            <a:ext cx="863600" cy="5762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4800" b="1">
                <a:solidFill>
                  <a:schemeClr val="accent4"/>
                </a:solidFill>
              </a:defRPr>
            </a:lvl9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" name="Textplatzhalter 43">
            <a:extLst>
              <a:ext uri="{FF2B5EF4-FFF2-40B4-BE49-F238E27FC236}">
                <a16:creationId xmlns:a16="http://schemas.microsoft.com/office/drawing/2014/main" id="{6A348715-9A4F-411E-4FCC-68AAECA5CA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ltGray">
          <a:xfrm>
            <a:off x="1498968" y="5587835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53" name="Datumsplatzhalter 52">
            <a:extLst>
              <a:ext uri="{FF2B5EF4-FFF2-40B4-BE49-F238E27FC236}">
                <a16:creationId xmlns:a16="http://schemas.microsoft.com/office/drawing/2014/main" id="{31B7F7ED-CF10-E647-15AD-CBDBC5C56701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ltGray"/>
        <p:txBody>
          <a:bodyPr/>
          <a:lstStyle/>
          <a:p>
            <a:endParaRPr lang="de-DE"/>
          </a:p>
        </p:txBody>
      </p:sp>
      <p:sp>
        <p:nvSpPr>
          <p:cNvPr id="56" name="Fußzeilenplatzhalter 55">
            <a:extLst>
              <a:ext uri="{FF2B5EF4-FFF2-40B4-BE49-F238E27FC236}">
                <a16:creationId xmlns:a16="http://schemas.microsoft.com/office/drawing/2014/main" id="{58C2E611-731E-4175-B4A9-AFF9CCB0FD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lt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55" name="Foliennummernplatzhalter 54">
            <a:extLst>
              <a:ext uri="{FF2B5EF4-FFF2-40B4-BE49-F238E27FC236}">
                <a16:creationId xmlns:a16="http://schemas.microsoft.com/office/drawing/2014/main" id="{118B19FB-56A0-8C62-CCB9-11598A2850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lt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5407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folie Bild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DF2B3-3E41-08C7-C2FA-94FE363BFF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5808663" y="0"/>
            <a:ext cx="6383337" cy="6858000"/>
          </a:xfrm>
        </p:spPr>
        <p:txBody>
          <a:bodyPr tIns="1584000" anchor="ctr" anchorCtr="0"/>
          <a:lstStyle>
            <a:lvl1pPr algn="ctr"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165E63-9D42-38B4-0EBB-08C3C6FD9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300" y="1700213"/>
            <a:ext cx="4321176" cy="345757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5" name="Textplatzhalter 43">
            <a:extLst>
              <a:ext uri="{FF2B5EF4-FFF2-40B4-BE49-F238E27FC236}">
                <a16:creationId xmlns:a16="http://schemas.microsoft.com/office/drawing/2014/main" id="{0C44DB1C-9288-4811-0173-C6035F7D07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585048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6AFAA55D-4A0A-22E1-1F90-8EC6EF190D9F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42EE50B-E598-6878-D93D-118E685D09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A5A6CD1C-CD58-D875-E687-FCB640C9E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189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folie Bild (Blau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DF2B3-3E41-08C7-C2FA-94FE363BFF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5808663" y="0"/>
            <a:ext cx="6383337" cy="6858000"/>
          </a:xfrm>
        </p:spPr>
        <p:txBody>
          <a:bodyPr tIns="1584000" anchor="ctr" anchorCtr="0"/>
          <a:lstStyle>
            <a:lvl1pPr algn="ctr"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165E63-9D42-38B4-0EBB-08C3C6FD9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300" y="1700213"/>
            <a:ext cx="4321176" cy="345757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5" name="Textplatzhalter 43">
            <a:extLst>
              <a:ext uri="{FF2B5EF4-FFF2-40B4-BE49-F238E27FC236}">
                <a16:creationId xmlns:a16="http://schemas.microsoft.com/office/drawing/2014/main" id="{0C44DB1C-9288-4811-0173-C6035F7D07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585048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6AFAA55D-4A0A-22E1-1F90-8EC6EF190D9F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42EE50B-E598-6878-D93D-118E685D09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A5A6CD1C-CD58-D875-E687-FCB640C9E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774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folie Bild (Grü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DF2B3-3E41-08C7-C2FA-94FE363BFF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5808663" y="0"/>
            <a:ext cx="6383337" cy="6858000"/>
          </a:xfrm>
        </p:spPr>
        <p:txBody>
          <a:bodyPr tIns="1584000" anchor="ctr" anchorCtr="0"/>
          <a:lstStyle>
            <a:lvl1pPr algn="ctr"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165E63-9D42-38B4-0EBB-08C3C6FD9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300" y="1700213"/>
            <a:ext cx="4321176" cy="345757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5" name="Textplatzhalter 43">
            <a:extLst>
              <a:ext uri="{FF2B5EF4-FFF2-40B4-BE49-F238E27FC236}">
                <a16:creationId xmlns:a16="http://schemas.microsoft.com/office/drawing/2014/main" id="{0C44DB1C-9288-4811-0173-C6035F7D07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585048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6AFAA55D-4A0A-22E1-1F90-8EC6EF190D9F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42EE50B-E598-6878-D93D-118E685D09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A5A6CD1C-CD58-D875-E687-FCB640C9E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07954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erfolie Bild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25DF2B3-3E41-08C7-C2FA-94FE363BFF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5808663" y="0"/>
            <a:ext cx="6383337" cy="6858000"/>
          </a:xfrm>
        </p:spPr>
        <p:txBody>
          <a:bodyPr tIns="1584000" anchor="ctr" anchorCtr="0"/>
          <a:lstStyle>
            <a:lvl1pPr algn="ctr">
              <a:spcAft>
                <a:spcPts val="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Fügen Sie ein Bild über Klicken auf das Symbol ein. </a:t>
            </a: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Bild in die Zwischenablage, </a:t>
            </a:r>
            <a:br>
              <a:rPr lang="de-DE" dirty="0"/>
            </a:br>
            <a:r>
              <a:rPr lang="de-DE" dirty="0"/>
              <a:t>wählen Sie den Platzhalter an und klicken Sie einfügen.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165E63-9D42-38B4-0EBB-08C3C6FD95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2300" y="1700213"/>
            <a:ext cx="4321176" cy="3457575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Dies ist eine </a:t>
            </a:r>
            <a:r>
              <a:rPr lang="de-DE" dirty="0" err="1"/>
              <a:t>Trennerfolie</a:t>
            </a:r>
            <a:endParaRPr lang="de-DE" dirty="0"/>
          </a:p>
        </p:txBody>
      </p:sp>
      <p:sp>
        <p:nvSpPr>
          <p:cNvPr id="15" name="Textplatzhalter 43">
            <a:extLst>
              <a:ext uri="{FF2B5EF4-FFF2-40B4-BE49-F238E27FC236}">
                <a16:creationId xmlns:a16="http://schemas.microsoft.com/office/drawing/2014/main" id="{0C44DB1C-9288-4811-0173-C6035F7D07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585048"/>
            <a:ext cx="221922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Hier steht eine </a:t>
            </a:r>
            <a:r>
              <a:rPr lang="de-DE" dirty="0" err="1"/>
              <a:t>Subline</a:t>
            </a:r>
            <a:endParaRPr lang="de-DE" dirty="0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6AFAA55D-4A0A-22E1-1F90-8EC6EF190D9F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042EE50B-E598-6878-D93D-118E685D09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4" name="Fußzeilenplatzhalter 23">
            <a:extLst>
              <a:ext uri="{FF2B5EF4-FFF2-40B4-BE49-F238E27FC236}">
                <a16:creationId xmlns:a16="http://schemas.microsoft.com/office/drawing/2014/main" id="{A5A6CD1C-CD58-D875-E687-FCB640C9E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>
          <a:xfrm>
            <a:off x="10128703" y="5445124"/>
            <a:ext cx="2063297" cy="1412876"/>
          </a:xfrm>
          <a:custGeom>
            <a:avLst/>
            <a:gdLst>
              <a:gd name="connsiteX0" fmla="*/ 143669 w 2063297"/>
              <a:gd name="connsiteY0" fmla="*/ 449087 h 1412876"/>
              <a:gd name="connsiteX1" fmla="*/ 287338 w 2063297"/>
              <a:gd name="connsiteY1" fmla="*/ 592756 h 1412876"/>
              <a:gd name="connsiteX2" fmla="*/ 143669 w 2063297"/>
              <a:gd name="connsiteY2" fmla="*/ 736425 h 1412876"/>
              <a:gd name="connsiteX3" fmla="*/ 0 w 2063297"/>
              <a:gd name="connsiteY3" fmla="*/ 592756 h 1412876"/>
              <a:gd name="connsiteX4" fmla="*/ 143669 w 2063297"/>
              <a:gd name="connsiteY4" fmla="*/ 449087 h 1412876"/>
              <a:gd name="connsiteX5" fmla="*/ 718871 w 2063297"/>
              <a:gd name="connsiteY5" fmla="*/ 0 h 1412876"/>
              <a:gd name="connsiteX6" fmla="*/ 984647 w 2063297"/>
              <a:gd name="connsiteY6" fmla="*/ 176169 h 1412876"/>
              <a:gd name="connsiteX7" fmla="*/ 988848 w 2063297"/>
              <a:gd name="connsiteY7" fmla="*/ 189701 h 1412876"/>
              <a:gd name="connsiteX8" fmla="*/ 1039191 w 2063297"/>
              <a:gd name="connsiteY8" fmla="*/ 165449 h 1412876"/>
              <a:gd name="connsiteX9" fmla="*/ 1393421 w 2063297"/>
              <a:gd name="connsiteY9" fmla="*/ 93933 h 1412876"/>
              <a:gd name="connsiteX10" fmla="*/ 2036918 w 2063297"/>
              <a:gd name="connsiteY10" fmla="*/ 360478 h 1412876"/>
              <a:gd name="connsiteX11" fmla="*/ 2063297 w 2063297"/>
              <a:gd name="connsiteY11" fmla="*/ 392450 h 1412876"/>
              <a:gd name="connsiteX12" fmla="*/ 2063297 w 2063297"/>
              <a:gd name="connsiteY12" fmla="*/ 1412876 h 1412876"/>
              <a:gd name="connsiteX13" fmla="*/ 584570 w 2063297"/>
              <a:gd name="connsiteY13" fmla="*/ 1412876 h 1412876"/>
              <a:gd name="connsiteX14" fmla="*/ 554895 w 2063297"/>
              <a:gd name="connsiteY14" fmla="*/ 1358203 h 1412876"/>
              <a:gd name="connsiteX15" fmla="*/ 483379 w 2063297"/>
              <a:gd name="connsiteY15" fmla="*/ 1003974 h 1412876"/>
              <a:gd name="connsiteX16" fmla="*/ 554894 w 2063297"/>
              <a:gd name="connsiteY16" fmla="*/ 649745 h 1412876"/>
              <a:gd name="connsiteX17" fmla="*/ 606722 w 2063297"/>
              <a:gd name="connsiteY17" fmla="*/ 554260 h 1412876"/>
              <a:gd name="connsiteX18" fmla="*/ 606595 w 2063297"/>
              <a:gd name="connsiteY18" fmla="*/ 554221 h 1412876"/>
              <a:gd name="connsiteX19" fmla="*/ 430427 w 2063297"/>
              <a:gd name="connsiteY19" fmla="*/ 288444 h 1412876"/>
              <a:gd name="connsiteX20" fmla="*/ 718871 w 2063297"/>
              <a:gd name="connsiteY20" fmla="*/ 0 h 1412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063297" h="1412876">
                <a:moveTo>
                  <a:pt x="143669" y="449087"/>
                </a:moveTo>
                <a:cubicBezTo>
                  <a:pt x="223015" y="449087"/>
                  <a:pt x="287338" y="513410"/>
                  <a:pt x="287338" y="592756"/>
                </a:cubicBezTo>
                <a:cubicBezTo>
                  <a:pt x="287338" y="672102"/>
                  <a:pt x="223015" y="736425"/>
                  <a:pt x="143669" y="736425"/>
                </a:cubicBezTo>
                <a:cubicBezTo>
                  <a:pt x="64323" y="736425"/>
                  <a:pt x="0" y="672102"/>
                  <a:pt x="0" y="592756"/>
                </a:cubicBezTo>
                <a:cubicBezTo>
                  <a:pt x="0" y="513410"/>
                  <a:pt x="64323" y="449087"/>
                  <a:pt x="143669" y="449087"/>
                </a:cubicBezTo>
                <a:close/>
                <a:moveTo>
                  <a:pt x="718871" y="0"/>
                </a:moveTo>
                <a:cubicBezTo>
                  <a:pt x="838348" y="0"/>
                  <a:pt x="940859" y="72642"/>
                  <a:pt x="984647" y="176169"/>
                </a:cubicBezTo>
                <a:lnTo>
                  <a:pt x="988848" y="189701"/>
                </a:lnTo>
                <a:lnTo>
                  <a:pt x="1039191" y="165449"/>
                </a:lnTo>
                <a:cubicBezTo>
                  <a:pt x="1148067" y="119398"/>
                  <a:pt x="1267771" y="93933"/>
                  <a:pt x="1393421" y="93933"/>
                </a:cubicBezTo>
                <a:cubicBezTo>
                  <a:pt x="1644722" y="93933"/>
                  <a:pt x="1872233" y="195793"/>
                  <a:pt x="2036918" y="360478"/>
                </a:cubicBezTo>
                <a:lnTo>
                  <a:pt x="2063297" y="392450"/>
                </a:lnTo>
                <a:lnTo>
                  <a:pt x="2063297" y="1412876"/>
                </a:lnTo>
                <a:lnTo>
                  <a:pt x="584570" y="1412876"/>
                </a:lnTo>
                <a:lnTo>
                  <a:pt x="554895" y="1358203"/>
                </a:lnTo>
                <a:cubicBezTo>
                  <a:pt x="508844" y="1249328"/>
                  <a:pt x="483379" y="1129625"/>
                  <a:pt x="483379" y="1003974"/>
                </a:cubicBezTo>
                <a:cubicBezTo>
                  <a:pt x="483379" y="878324"/>
                  <a:pt x="508844" y="758621"/>
                  <a:pt x="554894" y="649745"/>
                </a:cubicBezTo>
                <a:lnTo>
                  <a:pt x="606722" y="554260"/>
                </a:lnTo>
                <a:lnTo>
                  <a:pt x="606595" y="554221"/>
                </a:lnTo>
                <a:cubicBezTo>
                  <a:pt x="503069" y="510433"/>
                  <a:pt x="430427" y="407922"/>
                  <a:pt x="430427" y="288444"/>
                </a:cubicBezTo>
                <a:cubicBezTo>
                  <a:pt x="430427" y="129141"/>
                  <a:pt x="559568" y="0"/>
                  <a:pt x="718871" y="0"/>
                </a:cubicBez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843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ihandform: Form 1">
            <a:extLst>
              <a:ext uri="{FF2B5EF4-FFF2-40B4-BE49-F238E27FC236}">
                <a16:creationId xmlns:a16="http://schemas.microsoft.com/office/drawing/2014/main" id="{2B948091-538B-D8D5-A99A-A8678DEBA04D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5A9DF51-F379-DC98-7035-A7E62E9D989E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D0DA100C-BC1D-37FA-238D-D220E5FD2404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5472113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5472113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925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7" y="1989138"/>
            <a:ext cx="8351839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660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7" y="1989138"/>
            <a:ext cx="5472113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384002" y="1989138"/>
            <a:ext cx="5472113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8493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1989138"/>
            <a:ext cx="3456000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4367988" y="1989138"/>
            <a:ext cx="3456000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DA5B3DD6-27FF-E51D-B102-27A797605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8112014" y="1989138"/>
            <a:ext cx="3456000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437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1989138"/>
            <a:ext cx="2592387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503982" y="1989138"/>
            <a:ext cx="2592387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DA5B3DD6-27FF-E51D-B102-27A797605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6384002" y="1989138"/>
            <a:ext cx="2592387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" name="Textplatzhalter 29">
            <a:extLst>
              <a:ext uri="{FF2B5EF4-FFF2-40B4-BE49-F238E27FC236}">
                <a16:creationId xmlns:a16="http://schemas.microsoft.com/office/drawing/2014/main" id="{B22A9E29-987F-31BE-4BEA-1871CFFC84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9263653" y="1989138"/>
            <a:ext cx="2592387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63693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FEE81B6-1083-C84C-4444-1E4D9EC2826E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5519738" y="1989138"/>
            <a:ext cx="5184774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7222AD0-3D95-97C2-28F6-C66D2550C9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4945063" cy="6858000"/>
          </a:xfrm>
        </p:spPr>
        <p:txBody>
          <a:bodyPr tIns="39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7CBFCAC0-B881-948C-7E87-A4A3A33B88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5519738" y="549275"/>
            <a:ext cx="5184774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BCE0D46-DCC5-1527-0CD1-41A6CBE4749D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9CC7BF69-522A-E2DD-6AFB-0DDFB73F411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013339D5-5FD6-3D0E-79D7-CE81EF7E3AC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6" name="Titel 15">
            <a:extLst>
              <a:ext uri="{FF2B5EF4-FFF2-40B4-BE49-F238E27FC236}">
                <a16:creationId xmlns:a16="http://schemas.microsoft.com/office/drawing/2014/main" id="{AF982482-7836-5177-AD1C-9933BDF2532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519738" y="836613"/>
            <a:ext cx="5184774" cy="8636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78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Schmales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1588286-CCDA-AE08-7026-43674D49A7A5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3792538" y="1989138"/>
            <a:ext cx="5184774" cy="4015581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7222AD0-3D95-97C2-28F6-C66D2550C9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0"/>
            <a:ext cx="3216275" cy="6858000"/>
          </a:xfrm>
        </p:spPr>
        <p:txBody>
          <a:bodyPr tIns="39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B61061D1-B83D-7789-AAC6-74C5CDD7C3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3791744" y="549275"/>
            <a:ext cx="5184774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7" name="Titel 15">
            <a:extLst>
              <a:ext uri="{FF2B5EF4-FFF2-40B4-BE49-F238E27FC236}">
                <a16:creationId xmlns:a16="http://schemas.microsoft.com/office/drawing/2014/main" id="{4EB31D01-65DF-357F-B982-060B11B9516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91744" y="836613"/>
            <a:ext cx="5184774" cy="86360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7B443DC-A055-50A8-4FE8-ABD43B1BC81D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82F81B26-0A84-BAE4-E1F5-94DD8F55A9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647764F-D80A-B22D-CA97-ECA1E37ABBA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92159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Bild + 2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7" y="4581525"/>
            <a:ext cx="5472113" cy="1439862"/>
          </a:xfrm>
        </p:spPr>
        <p:txBody>
          <a:bodyPr/>
          <a:lstStyle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6384002" y="4581525"/>
            <a:ext cx="5472113" cy="1439862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D945B1E2-F5F5-3C34-8022-E8C9C7E9F30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3888" y="1989138"/>
            <a:ext cx="5472113" cy="2303462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9852672D-2C34-FBA2-31A7-ACF03C03DF1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384002" y="1989138"/>
            <a:ext cx="5472113" cy="2303462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</p:spTree>
    <p:extLst>
      <p:ext uri="{BB962C8B-B14F-4D97-AF65-F5344CB8AC3E}">
        <p14:creationId xmlns:p14="http://schemas.microsoft.com/office/powerpoint/2010/main" val="4230387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Bild + 3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4005262"/>
            <a:ext cx="3456000" cy="201612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4367988" y="4005262"/>
            <a:ext cx="3456000" cy="2016125"/>
          </a:xfrm>
        </p:spPr>
        <p:txBody>
          <a:bodyPr/>
          <a:lstStyle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DA5B3DD6-27FF-E51D-B102-27A797605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8112014" y="4005262"/>
            <a:ext cx="3456000" cy="201612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" name="Bildplatzhalter 2">
            <a:extLst>
              <a:ext uri="{FF2B5EF4-FFF2-40B4-BE49-F238E27FC236}">
                <a16:creationId xmlns:a16="http://schemas.microsoft.com/office/drawing/2014/main" id="{02627936-1B3D-7104-0F46-05DC97B23F9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3888" y="1989138"/>
            <a:ext cx="3456000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E1E52094-3E80-AD04-CB5E-5D914F01A1E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4367988" y="1989138"/>
            <a:ext cx="3456000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77FBB89F-903A-1519-0F5F-5F9A20A17A6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8112014" y="1989138"/>
            <a:ext cx="3456000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</p:spTree>
    <p:extLst>
      <p:ext uri="{BB962C8B-B14F-4D97-AF65-F5344CB8AC3E}">
        <p14:creationId xmlns:p14="http://schemas.microsoft.com/office/powerpoint/2010/main" val="1304297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Bild + 4x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88956673-F549-0498-EB26-54DA875A7CCC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B1FEC52-CA15-1DA2-6CFC-3F38E52602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6D8045D6-3F62-B4FC-A928-958B971DDB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4005262"/>
            <a:ext cx="2592387" cy="2016125"/>
          </a:xfrm>
        </p:spPr>
        <p:txBody>
          <a:bodyPr/>
          <a:lstStyle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40D85DD-370A-B341-F3A7-8EAA50BCAE1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6" y="836613"/>
            <a:ext cx="8351839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ADC57760-FFB8-5546-C07E-356364597EB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22BEBCD-0D01-D300-8165-D0BBE0D29A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B249F5E-148F-16BA-F8E2-D856436049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Textplatzhalter 29">
            <a:extLst>
              <a:ext uri="{FF2B5EF4-FFF2-40B4-BE49-F238E27FC236}">
                <a16:creationId xmlns:a16="http://schemas.microsoft.com/office/drawing/2014/main" id="{C238A22A-8F2B-3358-7CB6-E29191C999A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503982" y="4005262"/>
            <a:ext cx="2592387" cy="2016125"/>
          </a:xfrm>
        </p:spPr>
        <p:txBody>
          <a:bodyPr/>
          <a:lstStyle>
            <a:lvl5pPr marL="0" indent="0">
              <a:buNone/>
              <a:defRPr/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DA5B3DD6-27FF-E51D-B102-27A7976051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6384002" y="4005262"/>
            <a:ext cx="2592387" cy="201612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" name="Textplatzhalter 29">
            <a:extLst>
              <a:ext uri="{FF2B5EF4-FFF2-40B4-BE49-F238E27FC236}">
                <a16:creationId xmlns:a16="http://schemas.microsoft.com/office/drawing/2014/main" id="{B22A9E29-987F-31BE-4BEA-1871CFFC84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9263653" y="4005262"/>
            <a:ext cx="2592387" cy="2016125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" name="Bildplatzhalter 2">
            <a:extLst>
              <a:ext uri="{FF2B5EF4-FFF2-40B4-BE49-F238E27FC236}">
                <a16:creationId xmlns:a16="http://schemas.microsoft.com/office/drawing/2014/main" id="{F9912B82-4560-2792-66EE-C89FD9B4C22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23888" y="1989138"/>
            <a:ext cx="2592387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2CD1793D-0EEB-507A-C413-B4AA06DFA3B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503982" y="1989138"/>
            <a:ext cx="2592387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E8A40D31-F9DD-440E-9646-C3C258A8B2E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6384002" y="1989138"/>
            <a:ext cx="2592387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01698AD0-828B-FBA2-DCB8-CDE01AF1FBF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263653" y="1989138"/>
            <a:ext cx="2592387" cy="1727200"/>
          </a:xfrm>
        </p:spPr>
        <p:txBody>
          <a:bodyPr tIns="936000" anchor="ctr" anchorCtr="0"/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</a:p>
        </p:txBody>
      </p:sp>
    </p:spTree>
    <p:extLst>
      <p:ext uri="{BB962C8B-B14F-4D97-AF65-F5344CB8AC3E}">
        <p14:creationId xmlns:p14="http://schemas.microsoft.com/office/powerpoint/2010/main" val="108947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Reihenfol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2ABCEA91-AA8F-458F-BA2B-7D82CB765A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2565400"/>
            <a:ext cx="3456099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B955FFEA-D3C0-D699-6FDF-32D1D9F44E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4367988" y="2565400"/>
            <a:ext cx="3456099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2" name="Textplatzhalter 14">
            <a:extLst>
              <a:ext uri="{FF2B5EF4-FFF2-40B4-BE49-F238E27FC236}">
                <a16:creationId xmlns:a16="http://schemas.microsoft.com/office/drawing/2014/main" id="{F13427E6-A141-CFE6-B593-F3F11650BA3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8112014" y="2565400"/>
            <a:ext cx="3456099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2A0BD22-CD22-7BAE-08EA-5D2B29003394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6AC80A44-47F0-8C0F-0CAC-3F31BF460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7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EB86ADA2-D2C6-F759-88DB-8428E24478A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136095BB-071E-0A60-74E8-683218DA7A84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66D2CBAE-EFCF-D59A-869B-21C6CAA929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CA58CF8E-8105-09BB-9954-17871A757B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F3D17E23-10F3-EFA5-F50F-B7CB6BA2EA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ltGray">
          <a:xfrm>
            <a:off x="911424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1" name="Textplatzhalter 14">
            <a:extLst>
              <a:ext uri="{FF2B5EF4-FFF2-40B4-BE49-F238E27FC236}">
                <a16:creationId xmlns:a16="http://schemas.microsoft.com/office/drawing/2014/main" id="{ADC30208-47D4-3EBB-AD94-4A121D1E1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ltGray">
          <a:xfrm>
            <a:off x="4656913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3" name="Textplatzhalter 14">
            <a:extLst>
              <a:ext uri="{FF2B5EF4-FFF2-40B4-BE49-F238E27FC236}">
                <a16:creationId xmlns:a16="http://schemas.microsoft.com/office/drawing/2014/main" id="{0F3DC3DA-942E-90CA-4A12-C7F4A15D20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ltGray">
          <a:xfrm>
            <a:off x="8400939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251589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Reihenfol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2ABCEA91-AA8F-458F-BA2B-7D82CB765A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623888" y="2565400"/>
            <a:ext cx="2592387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0" name="Textplatzhalter 14">
            <a:extLst>
              <a:ext uri="{FF2B5EF4-FFF2-40B4-BE49-F238E27FC236}">
                <a16:creationId xmlns:a16="http://schemas.microsoft.com/office/drawing/2014/main" id="{B955FFEA-D3C0-D699-6FDF-32D1D9F44E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3503059" y="2565400"/>
            <a:ext cx="2592387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2" name="Textplatzhalter 14">
            <a:extLst>
              <a:ext uri="{FF2B5EF4-FFF2-40B4-BE49-F238E27FC236}">
                <a16:creationId xmlns:a16="http://schemas.microsoft.com/office/drawing/2014/main" id="{F13427E6-A141-CFE6-B593-F3F11650BA3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6383079" y="2565400"/>
            <a:ext cx="2592387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4" name="Textplatzhalter 14">
            <a:extLst>
              <a:ext uri="{FF2B5EF4-FFF2-40B4-BE49-F238E27FC236}">
                <a16:creationId xmlns:a16="http://schemas.microsoft.com/office/drawing/2014/main" id="{431EB441-82CB-C47E-0485-B0A91C1281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9263099" y="2565400"/>
            <a:ext cx="2592387" cy="3455987"/>
          </a:xfrm>
          <a:solidFill>
            <a:schemeClr val="tx2"/>
          </a:solidFill>
        </p:spPr>
        <p:txBody>
          <a:bodyPr lIns="288000" tIns="576000" rIns="288000" bIns="288000"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2A0BD22-CD22-7BAE-08EA-5D2B29003394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075E5F6-A3C6-289F-32B6-F91A32ED87B4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40AD031-5E3F-E12C-B9C7-58FD7D8F2A3B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6AC80A44-47F0-8C0F-0CAC-3F31BF460A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7" y="549275"/>
            <a:ext cx="8351837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7" name="Titel 16">
            <a:extLst>
              <a:ext uri="{FF2B5EF4-FFF2-40B4-BE49-F238E27FC236}">
                <a16:creationId xmlns:a16="http://schemas.microsoft.com/office/drawing/2014/main" id="{EB86ADA2-D2C6-F759-88DB-8428E24478A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136095BB-071E-0A60-74E8-683218DA7A84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66D2CBAE-EFCF-D59A-869B-21C6CAA929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CA58CF8E-8105-09BB-9954-17871A757BD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8" name="Textplatzhalter 14">
            <a:extLst>
              <a:ext uri="{FF2B5EF4-FFF2-40B4-BE49-F238E27FC236}">
                <a16:creationId xmlns:a16="http://schemas.microsoft.com/office/drawing/2014/main" id="{F3D17E23-10F3-EFA5-F50F-B7CB6BA2EA6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ltGray">
          <a:xfrm>
            <a:off x="911424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1" name="Textplatzhalter 14">
            <a:extLst>
              <a:ext uri="{FF2B5EF4-FFF2-40B4-BE49-F238E27FC236}">
                <a16:creationId xmlns:a16="http://schemas.microsoft.com/office/drawing/2014/main" id="{ADC30208-47D4-3EBB-AD94-4A121D1E10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ltGray">
          <a:xfrm>
            <a:off x="3791984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3" name="Textplatzhalter 14">
            <a:extLst>
              <a:ext uri="{FF2B5EF4-FFF2-40B4-BE49-F238E27FC236}">
                <a16:creationId xmlns:a16="http://schemas.microsoft.com/office/drawing/2014/main" id="{0F3DC3DA-942E-90CA-4A12-C7F4A15D203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ltGray">
          <a:xfrm>
            <a:off x="6672004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  <p:sp>
        <p:nvSpPr>
          <p:cNvPr id="35" name="Textplatzhalter 14">
            <a:extLst>
              <a:ext uri="{FF2B5EF4-FFF2-40B4-BE49-F238E27FC236}">
                <a16:creationId xmlns:a16="http://schemas.microsoft.com/office/drawing/2014/main" id="{FAE9D0A5-FCEF-979E-2A93-8821DD9C65E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ltGray">
          <a:xfrm>
            <a:off x="9552024" y="2276673"/>
            <a:ext cx="576262" cy="576263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bg1"/>
                </a:solidFill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53551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09AF336B-8BEF-F8A2-775F-6D2F88CC94FC}"/>
              </a:ext>
            </a:extLst>
          </p:cNvPr>
          <p:cNvSpPr/>
          <p:nvPr userDrawn="1"/>
        </p:nvSpPr>
        <p:spPr bwMode="invGray">
          <a:xfrm>
            <a:off x="7535863" y="0"/>
            <a:ext cx="465613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C74924E-A8E7-7317-5707-CD0BC1FB6976}"/>
              </a:ext>
            </a:extLst>
          </p:cNvPr>
          <p:cNvSpPr/>
          <p:nvPr userDrawn="1"/>
        </p:nvSpPr>
        <p:spPr bwMode="ltGray">
          <a:xfrm>
            <a:off x="11127282" y="1"/>
            <a:ext cx="1064719" cy="998048"/>
          </a:xfrm>
          <a:custGeom>
            <a:avLst/>
            <a:gdLst>
              <a:gd name="connsiteX0" fmla="*/ 49654 w 1064719"/>
              <a:gd name="connsiteY0" fmla="*/ 0 h 998048"/>
              <a:gd name="connsiteX1" fmla="*/ 1064719 w 1064719"/>
              <a:gd name="connsiteY1" fmla="*/ 0 h 998048"/>
              <a:gd name="connsiteX2" fmla="*/ 1064719 w 1064719"/>
              <a:gd name="connsiteY2" fmla="*/ 918433 h 998048"/>
              <a:gd name="connsiteX3" fmla="*/ 1024845 w 1064719"/>
              <a:gd name="connsiteY3" fmla="*/ 940076 h 998048"/>
              <a:gd name="connsiteX4" fmla="*/ 737699 w 1064719"/>
              <a:gd name="connsiteY4" fmla="*/ 998048 h 998048"/>
              <a:gd name="connsiteX5" fmla="*/ 0 w 1064719"/>
              <a:gd name="connsiteY5" fmla="*/ 260349 h 998048"/>
              <a:gd name="connsiteX6" fmla="*/ 14987 w 1064719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9" h="998048">
                <a:moveTo>
                  <a:pt x="49654" y="0"/>
                </a:moveTo>
                <a:lnTo>
                  <a:pt x="1064719" y="0"/>
                </a:lnTo>
                <a:lnTo>
                  <a:pt x="1064719" y="918433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1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6E38D2D-7244-A2C5-C813-A9E4390B95CF}"/>
              </a:ext>
            </a:extLst>
          </p:cNvPr>
          <p:cNvSpPr/>
          <p:nvPr userDrawn="1"/>
        </p:nvSpPr>
        <p:spPr bwMode="ltGray">
          <a:xfrm>
            <a:off x="11201599" y="699100"/>
            <a:ext cx="529053" cy="529053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CCA7171-4124-8C40-63EA-0AC13329587B}"/>
              </a:ext>
            </a:extLst>
          </p:cNvPr>
          <p:cNvSpPr/>
          <p:nvPr userDrawn="1"/>
        </p:nvSpPr>
        <p:spPr bwMode="ltGray">
          <a:xfrm>
            <a:off x="10827657" y="548875"/>
            <a:ext cx="259546" cy="25954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C117F8C-C37F-9B3B-174D-55D15B1E8704}"/>
              </a:ext>
            </a:extLst>
          </p:cNvPr>
          <p:cNvGrpSpPr/>
          <p:nvPr userDrawn="1"/>
        </p:nvGrpSpPr>
        <p:grpSpPr bwMode="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14915326-548D-0669-E042-E63BE7EAE58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E9FD30B7-1903-4588-D4B2-17790B8BE86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08D45A3C-E289-33C3-528B-39E65821E4FE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F03A5455-E879-BF72-D2CA-39364F5E287E}"/>
                </a:ext>
              </a:extLst>
            </p:cNvPr>
            <p:cNvSpPr>
              <a:spLocks/>
            </p:cNvSpPr>
            <p:nvPr/>
          </p:nvSpPr>
          <p:spPr bwMode="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EB884C2-9857-A1EB-E12C-69EFA7D667C9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DF2C0EF0-485D-25CD-0915-1AD51D9B74C8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5231570D-2942-8CFC-927B-FE8FFCFA0D87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EE8BCCBC-045B-0BD6-CD59-0DE7E0D26E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invGray">
          <a:xfrm>
            <a:off x="8112125" y="2276475"/>
            <a:ext cx="3455988" cy="3744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6" name="Textplatzhalter 9">
            <a:extLst>
              <a:ext uri="{FF2B5EF4-FFF2-40B4-BE49-F238E27FC236}">
                <a16:creationId xmlns:a16="http://schemas.microsoft.com/office/drawing/2014/main" id="{6A434799-6AE4-3D05-861A-71790F2CF2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6335712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7E7577E9-A7B8-0EFB-CDEA-5EE34FC4133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6335712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163D88E-89E2-11BF-F94F-B258633610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854584D-AC2B-5168-19F8-8C0E685E17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5F3E56A-A8D0-A741-A320-49BB667B72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lt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2117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(Grau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BA29AE30-80A6-578D-3DC4-B629A109F076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4C9EB95-39F4-DC13-F6FD-B18676C7F623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F1788A7-386B-2F6B-8475-AB36227F0E37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749E7666-4966-7222-5310-18B6B067C51E}"/>
              </a:ext>
            </a:extLst>
          </p:cNvPr>
          <p:cNvSpPr/>
          <p:nvPr userDrawn="1"/>
        </p:nvSpPr>
        <p:spPr bwMode="gray">
          <a:xfrm>
            <a:off x="0" y="2"/>
            <a:ext cx="7824788" cy="6857999"/>
          </a:xfrm>
          <a:custGeom>
            <a:avLst/>
            <a:gdLst>
              <a:gd name="connsiteX0" fmla="*/ 0 w 7824788"/>
              <a:gd name="connsiteY0" fmla="*/ 0 h 6857999"/>
              <a:gd name="connsiteX1" fmla="*/ 6722450 w 7824788"/>
              <a:gd name="connsiteY1" fmla="*/ 0 h 6857999"/>
              <a:gd name="connsiteX2" fmla="*/ 6743395 w 7824788"/>
              <a:gd name="connsiteY2" fmla="*/ 26653 h 6857999"/>
              <a:gd name="connsiteX3" fmla="*/ 7824788 w 7824788"/>
              <a:gd name="connsiteY3" fmla="*/ 3283473 h 6857999"/>
              <a:gd name="connsiteX4" fmla="*/ 6581800 w 7824788"/>
              <a:gd name="connsiteY4" fmla="*/ 6745925 h 6857999"/>
              <a:gd name="connsiteX5" fmla="*/ 6484719 w 7824788"/>
              <a:gd name="connsiteY5" fmla="*/ 6857999 h 6857999"/>
              <a:gd name="connsiteX6" fmla="*/ 0 w 7824788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24788" h="6857999">
                <a:moveTo>
                  <a:pt x="0" y="0"/>
                </a:moveTo>
                <a:lnTo>
                  <a:pt x="6722450" y="0"/>
                </a:lnTo>
                <a:lnTo>
                  <a:pt x="6743395" y="26653"/>
                </a:lnTo>
                <a:cubicBezTo>
                  <a:pt x="7422579" y="934830"/>
                  <a:pt x="7824788" y="2062181"/>
                  <a:pt x="7824788" y="3283473"/>
                </a:cubicBezTo>
                <a:cubicBezTo>
                  <a:pt x="7824788" y="4598711"/>
                  <a:pt x="7358321" y="5805000"/>
                  <a:pt x="6581800" y="6745925"/>
                </a:cubicBezTo>
                <a:lnTo>
                  <a:pt x="648471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EE8BCCBC-045B-0BD6-CD59-0DE7E0D26E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gray">
          <a:xfrm>
            <a:off x="8401049" y="2276475"/>
            <a:ext cx="3167063" cy="37449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6F1AFC49-B0CA-9C66-9C99-B3B14D0CA3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5472112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D5C34AD-9583-4F0A-87F6-8CCD9CDCC1E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5472113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49B55A79-20CB-7FE1-A60D-4FD68B1024B0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4A29F6FF-C7C6-8A47-77F0-52D93329667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DDAF6B9-C785-6BFE-FF9C-A767FE4D92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379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(Grau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ihandform: Form 16">
            <a:extLst>
              <a:ext uri="{FF2B5EF4-FFF2-40B4-BE49-F238E27FC236}">
                <a16:creationId xmlns:a16="http://schemas.microsoft.com/office/drawing/2014/main" id="{CEB72B63-431D-3B11-A56B-546100937EDE}"/>
              </a:ext>
            </a:extLst>
          </p:cNvPr>
          <p:cNvSpPr/>
          <p:nvPr userDrawn="1"/>
        </p:nvSpPr>
        <p:spPr bwMode="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5B166AC-55FB-B5EE-0C5D-D1B050A526F1}"/>
              </a:ext>
            </a:extLst>
          </p:cNvPr>
          <p:cNvSpPr/>
          <p:nvPr userDrawn="1"/>
        </p:nvSpPr>
        <p:spPr bwMode="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0789F83-5C13-626E-9991-CAC2AD56E48F}"/>
              </a:ext>
            </a:extLst>
          </p:cNvPr>
          <p:cNvSpPr/>
          <p:nvPr userDrawn="1"/>
        </p:nvSpPr>
        <p:spPr bwMode="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0E8A6AB7-D126-3923-EF6D-B4A0CDD05CC9}"/>
              </a:ext>
            </a:extLst>
          </p:cNvPr>
          <p:cNvSpPr/>
          <p:nvPr userDrawn="1"/>
        </p:nvSpPr>
        <p:spPr bwMode="gray">
          <a:xfrm>
            <a:off x="1" y="1"/>
            <a:ext cx="10154674" cy="6857999"/>
          </a:xfrm>
          <a:custGeom>
            <a:avLst/>
            <a:gdLst>
              <a:gd name="connsiteX0" fmla="*/ 0 w 10154674"/>
              <a:gd name="connsiteY0" fmla="*/ 0 h 6857999"/>
              <a:gd name="connsiteX1" fmla="*/ 9136954 w 10154674"/>
              <a:gd name="connsiteY1" fmla="*/ 0 h 6857999"/>
              <a:gd name="connsiteX2" fmla="*/ 9162824 w 10154674"/>
              <a:gd name="connsiteY2" fmla="*/ 36379 h 6857999"/>
              <a:gd name="connsiteX3" fmla="*/ 10154674 w 10154674"/>
              <a:gd name="connsiteY3" fmla="*/ 3283473 h 6857999"/>
              <a:gd name="connsiteX4" fmla="*/ 9000906 w 10154674"/>
              <a:gd name="connsiteY4" fmla="*/ 6758264 h 6857999"/>
              <a:gd name="connsiteX5" fmla="*/ 8922529 w 10154674"/>
              <a:gd name="connsiteY5" fmla="*/ 6857999 h 6857999"/>
              <a:gd name="connsiteX6" fmla="*/ 0 w 10154674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154674" h="6857999">
                <a:moveTo>
                  <a:pt x="0" y="0"/>
                </a:moveTo>
                <a:lnTo>
                  <a:pt x="9136954" y="0"/>
                </a:lnTo>
                <a:lnTo>
                  <a:pt x="9162824" y="36379"/>
                </a:lnTo>
                <a:cubicBezTo>
                  <a:pt x="9789026" y="963281"/>
                  <a:pt x="10154674" y="2080676"/>
                  <a:pt x="10154674" y="3283473"/>
                </a:cubicBezTo>
                <a:cubicBezTo>
                  <a:pt x="10154674" y="4586504"/>
                  <a:pt x="9725546" y="5789306"/>
                  <a:pt x="9000906" y="6758264"/>
                </a:cubicBezTo>
                <a:lnTo>
                  <a:pt x="892252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89F8C023-C24F-87E6-C202-95FD1E4BA4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7777162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0BAA7B0-7F18-E95D-7B68-65DF6930C68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7777163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0F898B3C-10BA-127F-38D9-3BF89841BE5B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FE8B46E-59D2-AF26-703C-61E1F82EE54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7DE2ED8-FEFB-73AC-A0BF-0E91D9D31A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135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A191555-CAE5-E935-DEC6-DF5533029515}"/>
              </a:ext>
            </a:extLst>
          </p:cNvPr>
          <p:cNvSpPr/>
          <p:nvPr userDrawn="1"/>
        </p:nvSpPr>
        <p:spPr bwMode="invGray">
          <a:xfrm>
            <a:off x="0" y="2"/>
            <a:ext cx="7824788" cy="6857997"/>
          </a:xfrm>
          <a:custGeom>
            <a:avLst/>
            <a:gdLst>
              <a:gd name="connsiteX0" fmla="*/ 0 w 7824788"/>
              <a:gd name="connsiteY0" fmla="*/ 0 h 6857997"/>
              <a:gd name="connsiteX1" fmla="*/ 6722451 w 7824788"/>
              <a:gd name="connsiteY1" fmla="*/ 0 h 6857997"/>
              <a:gd name="connsiteX2" fmla="*/ 6743395 w 7824788"/>
              <a:gd name="connsiteY2" fmla="*/ 26652 h 6857997"/>
              <a:gd name="connsiteX3" fmla="*/ 7824788 w 7824788"/>
              <a:gd name="connsiteY3" fmla="*/ 3283472 h 6857997"/>
              <a:gd name="connsiteX4" fmla="*/ 6581800 w 7824788"/>
              <a:gd name="connsiteY4" fmla="*/ 6745924 h 6857997"/>
              <a:gd name="connsiteX5" fmla="*/ 6484720 w 7824788"/>
              <a:gd name="connsiteY5" fmla="*/ 6857997 h 6857997"/>
              <a:gd name="connsiteX6" fmla="*/ 0 w 7824788"/>
              <a:gd name="connsiteY6" fmla="*/ 6857997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824788" h="6857997">
                <a:moveTo>
                  <a:pt x="0" y="0"/>
                </a:moveTo>
                <a:lnTo>
                  <a:pt x="6722451" y="0"/>
                </a:lnTo>
                <a:lnTo>
                  <a:pt x="6743395" y="26652"/>
                </a:lnTo>
                <a:cubicBezTo>
                  <a:pt x="7422579" y="934829"/>
                  <a:pt x="7824788" y="2062180"/>
                  <a:pt x="7824788" y="3283472"/>
                </a:cubicBezTo>
                <a:cubicBezTo>
                  <a:pt x="7824788" y="4598710"/>
                  <a:pt x="7358321" y="5804999"/>
                  <a:pt x="6581800" y="6745924"/>
                </a:cubicBezTo>
                <a:lnTo>
                  <a:pt x="6484720" y="6857997"/>
                </a:lnTo>
                <a:lnTo>
                  <a:pt x="0" y="685799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E3E2B6C4-5A27-E564-CEE3-16BF53809A2B}"/>
              </a:ext>
            </a:extLst>
          </p:cNvPr>
          <p:cNvSpPr/>
          <p:nvPr userDrawn="1"/>
        </p:nvSpPr>
        <p:spPr bwMode="invGray">
          <a:xfrm>
            <a:off x="11127282" y="1"/>
            <a:ext cx="1064719" cy="998049"/>
          </a:xfrm>
          <a:custGeom>
            <a:avLst/>
            <a:gdLst>
              <a:gd name="connsiteX0" fmla="*/ 49654 w 1064719"/>
              <a:gd name="connsiteY0" fmla="*/ 0 h 998049"/>
              <a:gd name="connsiteX1" fmla="*/ 1064719 w 1064719"/>
              <a:gd name="connsiteY1" fmla="*/ 0 h 998049"/>
              <a:gd name="connsiteX2" fmla="*/ 1064719 w 1064719"/>
              <a:gd name="connsiteY2" fmla="*/ 918434 h 998049"/>
              <a:gd name="connsiteX3" fmla="*/ 1024845 w 1064719"/>
              <a:gd name="connsiteY3" fmla="*/ 940077 h 998049"/>
              <a:gd name="connsiteX4" fmla="*/ 737699 w 1064719"/>
              <a:gd name="connsiteY4" fmla="*/ 998049 h 998049"/>
              <a:gd name="connsiteX5" fmla="*/ 0 w 1064719"/>
              <a:gd name="connsiteY5" fmla="*/ 260350 h 998049"/>
              <a:gd name="connsiteX6" fmla="*/ 14987 w 1064719"/>
              <a:gd name="connsiteY6" fmla="*/ 111678 h 998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9" h="998049">
                <a:moveTo>
                  <a:pt x="49654" y="0"/>
                </a:moveTo>
                <a:lnTo>
                  <a:pt x="1064719" y="0"/>
                </a:lnTo>
                <a:lnTo>
                  <a:pt x="1064719" y="918434"/>
                </a:lnTo>
                <a:lnTo>
                  <a:pt x="1024845" y="940077"/>
                </a:lnTo>
                <a:cubicBezTo>
                  <a:pt x="936588" y="977407"/>
                  <a:pt x="839554" y="998049"/>
                  <a:pt x="737699" y="998049"/>
                </a:cubicBezTo>
                <a:cubicBezTo>
                  <a:pt x="330279" y="998049"/>
                  <a:pt x="0" y="667770"/>
                  <a:pt x="0" y="260350"/>
                </a:cubicBezTo>
                <a:cubicBezTo>
                  <a:pt x="0" y="209423"/>
                  <a:pt x="5161" y="159700"/>
                  <a:pt x="14987" y="111678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86E38D2D-7244-A2C5-C813-A9E4390B95CF}"/>
              </a:ext>
            </a:extLst>
          </p:cNvPr>
          <p:cNvSpPr/>
          <p:nvPr userDrawn="1"/>
        </p:nvSpPr>
        <p:spPr bwMode="invGray">
          <a:xfrm>
            <a:off x="11201599" y="699100"/>
            <a:ext cx="529053" cy="529053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3CCA7171-4124-8C40-63EA-0AC13329587B}"/>
              </a:ext>
            </a:extLst>
          </p:cNvPr>
          <p:cNvSpPr/>
          <p:nvPr userDrawn="1"/>
        </p:nvSpPr>
        <p:spPr bwMode="invGray">
          <a:xfrm>
            <a:off x="10827657" y="548875"/>
            <a:ext cx="259546" cy="259546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C117F8C-C37F-9B3B-174D-55D15B1E8704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14915326-548D-0669-E042-E63BE7EAE58B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E9FD30B7-1903-4588-D4B2-17790B8BE86A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08D45A3C-E289-33C3-528B-39E65821E4FE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F03A5455-E879-BF72-D2CA-39364F5E287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6EB884C2-9857-A1EB-E12C-69EFA7D667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DF2C0EF0-485D-25CD-0915-1AD51D9B74C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5231570D-2942-8CFC-927B-FE8FFCFA0D8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33" name="Textplatzhalter 32">
            <a:extLst>
              <a:ext uri="{FF2B5EF4-FFF2-40B4-BE49-F238E27FC236}">
                <a16:creationId xmlns:a16="http://schemas.microsoft.com/office/drawing/2014/main" id="{EE8BCCBC-045B-0BD6-CD59-0DE7E0D26E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invGray">
          <a:xfrm>
            <a:off x="8401049" y="2276475"/>
            <a:ext cx="3167063" cy="37449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89A51595-B0B0-CD77-8CB2-BF844EF73B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623888" y="549275"/>
            <a:ext cx="5472112" cy="287338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>
              <a:defRPr b="0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1DBDEB-EA1D-3C58-29DD-C6632DC61771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91493682-1966-BCA9-06F3-B5A7597C8D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3A5172E-EDF1-E8D2-D64C-9531C509B2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18ADDC28-6FAD-0751-9E86-15FC25001EFB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623887" y="836613"/>
            <a:ext cx="5472113" cy="8627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88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Detail kle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0F08A6-5AD9-9C17-3160-EFD91BCF8EAD}"/>
              </a:ext>
            </a:extLst>
          </p:cNvPr>
          <p:cNvSpPr/>
          <p:nvPr userDrawn="1"/>
        </p:nvSpPr>
        <p:spPr bwMode="ltGray">
          <a:xfrm>
            <a:off x="11127281" y="1"/>
            <a:ext cx="1064718" cy="998048"/>
          </a:xfrm>
          <a:custGeom>
            <a:avLst/>
            <a:gdLst>
              <a:gd name="connsiteX0" fmla="*/ 49654 w 1064718"/>
              <a:gd name="connsiteY0" fmla="*/ 0 h 998048"/>
              <a:gd name="connsiteX1" fmla="*/ 1064718 w 1064718"/>
              <a:gd name="connsiteY1" fmla="*/ 0 h 998048"/>
              <a:gd name="connsiteX2" fmla="*/ 1064718 w 1064718"/>
              <a:gd name="connsiteY2" fmla="*/ 918434 h 998048"/>
              <a:gd name="connsiteX3" fmla="*/ 1024845 w 1064718"/>
              <a:gd name="connsiteY3" fmla="*/ 940076 h 998048"/>
              <a:gd name="connsiteX4" fmla="*/ 737699 w 1064718"/>
              <a:gd name="connsiteY4" fmla="*/ 998048 h 998048"/>
              <a:gd name="connsiteX5" fmla="*/ 0 w 1064718"/>
              <a:gd name="connsiteY5" fmla="*/ 260349 h 998048"/>
              <a:gd name="connsiteX6" fmla="*/ 14987 w 1064718"/>
              <a:gd name="connsiteY6" fmla="*/ 111677 h 998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64718" h="998048">
                <a:moveTo>
                  <a:pt x="49654" y="0"/>
                </a:moveTo>
                <a:lnTo>
                  <a:pt x="1064718" y="0"/>
                </a:lnTo>
                <a:lnTo>
                  <a:pt x="1064718" y="918434"/>
                </a:lnTo>
                <a:lnTo>
                  <a:pt x="1024845" y="940076"/>
                </a:lnTo>
                <a:cubicBezTo>
                  <a:pt x="936588" y="977406"/>
                  <a:pt x="839554" y="998048"/>
                  <a:pt x="737699" y="998048"/>
                </a:cubicBezTo>
                <a:cubicBezTo>
                  <a:pt x="330279" y="998048"/>
                  <a:pt x="0" y="667769"/>
                  <a:pt x="0" y="260349"/>
                </a:cubicBezTo>
                <a:cubicBezTo>
                  <a:pt x="0" y="209422"/>
                  <a:pt x="5161" y="159699"/>
                  <a:pt x="14987" y="111677"/>
                </a:cubicBezTo>
                <a:close/>
              </a:path>
            </a:pathLst>
          </a:custGeom>
          <a:solidFill>
            <a:schemeClr val="tx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9F4E184-C1DA-9EC2-12B0-936A255EC93C}"/>
              </a:ext>
            </a:extLst>
          </p:cNvPr>
          <p:cNvSpPr/>
          <p:nvPr userDrawn="1"/>
        </p:nvSpPr>
        <p:spPr bwMode="ltGray">
          <a:xfrm>
            <a:off x="11201599" y="699100"/>
            <a:ext cx="529053" cy="529053"/>
          </a:xfrm>
          <a:prstGeom prst="ellipse">
            <a:avLst/>
          </a:prstGeom>
          <a:solidFill>
            <a:schemeClr val="tx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83CE74B-1F88-A78B-A207-8249323F8AD6}"/>
              </a:ext>
            </a:extLst>
          </p:cNvPr>
          <p:cNvSpPr/>
          <p:nvPr userDrawn="1"/>
        </p:nvSpPr>
        <p:spPr bwMode="ltGray">
          <a:xfrm>
            <a:off x="10827657" y="548875"/>
            <a:ext cx="259546" cy="25954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34689E10-C533-3662-427E-2E316FD7222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invGray">
          <a:xfrm>
            <a:off x="0" y="2276475"/>
            <a:ext cx="7535863" cy="4581525"/>
          </a:xfrm>
          <a:custGeom>
            <a:avLst/>
            <a:gdLst>
              <a:gd name="connsiteX0" fmla="*/ 0 w 7535863"/>
              <a:gd name="connsiteY0" fmla="*/ 0 h 4581525"/>
              <a:gd name="connsiteX1" fmla="*/ 7367618 w 7535863"/>
              <a:gd name="connsiteY1" fmla="*/ 0 h 4581525"/>
              <a:gd name="connsiteX2" fmla="*/ 7273817 w 7535863"/>
              <a:gd name="connsiteY2" fmla="*/ 56986 h 4581525"/>
              <a:gd name="connsiteX3" fmla="*/ 7118608 w 7535863"/>
              <a:gd name="connsiteY3" fmla="*/ 173048 h 4581525"/>
              <a:gd name="connsiteX4" fmla="*/ 7098090 w 7535863"/>
              <a:gd name="connsiteY4" fmla="*/ 191697 h 4581525"/>
              <a:gd name="connsiteX5" fmla="*/ 7081648 w 7535863"/>
              <a:gd name="connsiteY5" fmla="*/ 204301 h 4581525"/>
              <a:gd name="connsiteX6" fmla="*/ 7047024 w 7535863"/>
              <a:gd name="connsiteY6" fmla="*/ 238108 h 4581525"/>
              <a:gd name="connsiteX7" fmla="*/ 6975436 w 7535863"/>
              <a:gd name="connsiteY7" fmla="*/ 303173 h 4581525"/>
              <a:gd name="connsiteX8" fmla="*/ 6936383 w 7535863"/>
              <a:gd name="connsiteY8" fmla="*/ 346141 h 4581525"/>
              <a:gd name="connsiteX9" fmla="*/ 6908680 w 7535863"/>
              <a:gd name="connsiteY9" fmla="*/ 373192 h 4581525"/>
              <a:gd name="connsiteX10" fmla="*/ 6884431 w 7535863"/>
              <a:gd name="connsiteY10" fmla="*/ 403303 h 4581525"/>
              <a:gd name="connsiteX11" fmla="*/ 6845311 w 7535863"/>
              <a:gd name="connsiteY11" fmla="*/ 446345 h 4581525"/>
              <a:gd name="connsiteX12" fmla="*/ 6787351 w 7535863"/>
              <a:gd name="connsiteY12" fmla="*/ 523854 h 4581525"/>
              <a:gd name="connsiteX13" fmla="*/ 6756891 w 7535863"/>
              <a:gd name="connsiteY13" fmla="*/ 561679 h 4581525"/>
              <a:gd name="connsiteX14" fmla="*/ 6745915 w 7535863"/>
              <a:gd name="connsiteY14" fmla="*/ 579266 h 4581525"/>
              <a:gd name="connsiteX15" fmla="*/ 6729249 w 7535863"/>
              <a:gd name="connsiteY15" fmla="*/ 601554 h 4581525"/>
              <a:gd name="connsiteX16" fmla="*/ 6543363 w 7535863"/>
              <a:gd name="connsiteY16" fmla="*/ 944021 h 4581525"/>
              <a:gd name="connsiteX17" fmla="*/ 6533747 w 7535863"/>
              <a:gd name="connsiteY17" fmla="*/ 970295 h 4581525"/>
              <a:gd name="connsiteX18" fmla="*/ 6524772 w 7535863"/>
              <a:gd name="connsiteY18" fmla="*/ 989526 h 4581525"/>
              <a:gd name="connsiteX19" fmla="*/ 6509655 w 7535863"/>
              <a:gd name="connsiteY19" fmla="*/ 1036118 h 4581525"/>
              <a:gd name="connsiteX20" fmla="*/ 6475567 w 7535863"/>
              <a:gd name="connsiteY20" fmla="*/ 1129254 h 4581525"/>
              <a:gd name="connsiteX21" fmla="*/ 6460777 w 7535863"/>
              <a:gd name="connsiteY21" fmla="*/ 1186775 h 4581525"/>
              <a:gd name="connsiteX22" fmla="*/ 6448399 w 7535863"/>
              <a:gd name="connsiteY22" fmla="*/ 1224927 h 4581525"/>
              <a:gd name="connsiteX23" fmla="*/ 6440931 w 7535863"/>
              <a:gd name="connsiteY23" fmla="*/ 1263958 h 4581525"/>
              <a:gd name="connsiteX24" fmla="*/ 6425887 w 7535863"/>
              <a:gd name="connsiteY24" fmla="*/ 1322469 h 4581525"/>
              <a:gd name="connsiteX25" fmla="*/ 6410711 w 7535863"/>
              <a:gd name="connsiteY25" fmla="*/ 1421901 h 4581525"/>
              <a:gd name="connsiteX26" fmla="*/ 6401124 w 7535863"/>
              <a:gd name="connsiteY26" fmla="*/ 1472008 h 4581525"/>
              <a:gd name="connsiteX27" fmla="*/ 6399758 w 7535863"/>
              <a:gd name="connsiteY27" fmla="*/ 1493674 h 4581525"/>
              <a:gd name="connsiteX28" fmla="*/ 6395335 w 7535863"/>
              <a:gd name="connsiteY28" fmla="*/ 1522651 h 4581525"/>
              <a:gd name="connsiteX29" fmla="*/ 6384926 w 7535863"/>
              <a:gd name="connsiteY29" fmla="*/ 1728788 h 4581525"/>
              <a:gd name="connsiteX30" fmla="*/ 6395335 w 7535863"/>
              <a:gd name="connsiteY30" fmla="*/ 1934925 h 4581525"/>
              <a:gd name="connsiteX31" fmla="*/ 6402469 w 7535863"/>
              <a:gd name="connsiteY31" fmla="*/ 1981667 h 4581525"/>
              <a:gd name="connsiteX32" fmla="*/ 6404486 w 7535863"/>
              <a:gd name="connsiteY32" fmla="*/ 2010746 h 4581525"/>
              <a:gd name="connsiteX33" fmla="*/ 6413252 w 7535863"/>
              <a:gd name="connsiteY33" fmla="*/ 2052324 h 4581525"/>
              <a:gd name="connsiteX34" fmla="*/ 6425887 w 7535863"/>
              <a:gd name="connsiteY34" fmla="*/ 2135108 h 4581525"/>
              <a:gd name="connsiteX35" fmla="*/ 6452663 w 7535863"/>
              <a:gd name="connsiteY35" fmla="*/ 2239243 h 4581525"/>
              <a:gd name="connsiteX36" fmla="*/ 6461409 w 7535863"/>
              <a:gd name="connsiteY36" fmla="*/ 2280727 h 4581525"/>
              <a:gd name="connsiteX37" fmla="*/ 6468181 w 7535863"/>
              <a:gd name="connsiteY37" fmla="*/ 2299594 h 4581525"/>
              <a:gd name="connsiteX38" fmla="*/ 6475567 w 7535863"/>
              <a:gd name="connsiteY38" fmla="*/ 2328322 h 4581525"/>
              <a:gd name="connsiteX39" fmla="*/ 6543363 w 7535863"/>
              <a:gd name="connsiteY39" fmla="*/ 2513555 h 4581525"/>
              <a:gd name="connsiteX40" fmla="*/ 6549667 w 7535863"/>
              <a:gd name="connsiteY40" fmla="*/ 2526641 h 4581525"/>
              <a:gd name="connsiteX41" fmla="*/ 6553061 w 7535863"/>
              <a:gd name="connsiteY41" fmla="*/ 2536098 h 4581525"/>
              <a:gd name="connsiteX42" fmla="*/ 6568969 w 7535863"/>
              <a:gd name="connsiteY42" fmla="*/ 2566708 h 4581525"/>
              <a:gd name="connsiteX43" fmla="*/ 6628262 w 7535863"/>
              <a:gd name="connsiteY43" fmla="*/ 2689793 h 4581525"/>
              <a:gd name="connsiteX44" fmla="*/ 6660560 w 7535863"/>
              <a:gd name="connsiteY44" fmla="*/ 2742958 h 4581525"/>
              <a:gd name="connsiteX45" fmla="*/ 6676807 w 7535863"/>
              <a:gd name="connsiteY45" fmla="*/ 2774223 h 4581525"/>
              <a:gd name="connsiteX46" fmla="*/ 6697214 w 7535863"/>
              <a:gd name="connsiteY46" fmla="*/ 2803292 h 4581525"/>
              <a:gd name="connsiteX47" fmla="*/ 6729249 w 7535863"/>
              <a:gd name="connsiteY47" fmla="*/ 2856023 h 4581525"/>
              <a:gd name="connsiteX48" fmla="*/ 6810596 w 7535863"/>
              <a:gd name="connsiteY48" fmla="*/ 2964807 h 4581525"/>
              <a:gd name="connsiteX49" fmla="*/ 6830014 w 7535863"/>
              <a:gd name="connsiteY49" fmla="*/ 2992468 h 4581525"/>
              <a:gd name="connsiteX50" fmla="*/ 6836787 w 7535863"/>
              <a:gd name="connsiteY50" fmla="*/ 2999832 h 4581525"/>
              <a:gd name="connsiteX51" fmla="*/ 6845311 w 7535863"/>
              <a:gd name="connsiteY51" fmla="*/ 3011231 h 4581525"/>
              <a:gd name="connsiteX52" fmla="*/ 6975436 w 7535863"/>
              <a:gd name="connsiteY52" fmla="*/ 3154404 h 4581525"/>
              <a:gd name="connsiteX53" fmla="*/ 6996929 w 7535863"/>
              <a:gd name="connsiteY53" fmla="*/ 3173938 h 4581525"/>
              <a:gd name="connsiteX54" fmla="*/ 7010045 w 7535863"/>
              <a:gd name="connsiteY54" fmla="*/ 3188198 h 4581525"/>
              <a:gd name="connsiteX55" fmla="*/ 7041832 w 7535863"/>
              <a:gd name="connsiteY55" fmla="*/ 3214749 h 4581525"/>
              <a:gd name="connsiteX56" fmla="*/ 7118608 w 7535863"/>
              <a:gd name="connsiteY56" fmla="*/ 3284528 h 4581525"/>
              <a:gd name="connsiteX57" fmla="*/ 7183186 w 7535863"/>
              <a:gd name="connsiteY57" fmla="*/ 3332818 h 4581525"/>
              <a:gd name="connsiteX58" fmla="*/ 7214267 w 7535863"/>
              <a:gd name="connsiteY58" fmla="*/ 3358780 h 4581525"/>
              <a:gd name="connsiteX59" fmla="*/ 7254342 w 7535863"/>
              <a:gd name="connsiteY59" fmla="*/ 3386028 h 4581525"/>
              <a:gd name="connsiteX60" fmla="*/ 7273817 w 7535863"/>
              <a:gd name="connsiteY60" fmla="*/ 3400591 h 4581525"/>
              <a:gd name="connsiteX61" fmla="*/ 7292065 w 7535863"/>
              <a:gd name="connsiteY61" fmla="*/ 3411677 h 4581525"/>
              <a:gd name="connsiteX62" fmla="*/ 7324627 w 7535863"/>
              <a:gd name="connsiteY62" fmla="*/ 3433817 h 4581525"/>
              <a:gd name="connsiteX63" fmla="*/ 7440046 w 7535863"/>
              <a:gd name="connsiteY63" fmla="*/ 3501578 h 4581525"/>
              <a:gd name="connsiteX64" fmla="*/ 7532705 w 7535863"/>
              <a:gd name="connsiteY64" fmla="*/ 3546214 h 4581525"/>
              <a:gd name="connsiteX65" fmla="*/ 7535863 w 7535863"/>
              <a:gd name="connsiteY65" fmla="*/ 3547735 h 4581525"/>
              <a:gd name="connsiteX66" fmla="*/ 7535863 w 7535863"/>
              <a:gd name="connsiteY66" fmla="*/ 4581525 h 4581525"/>
              <a:gd name="connsiteX67" fmla="*/ 0 w 7535863"/>
              <a:gd name="connsiteY67" fmla="*/ 4581525 h 458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7535863" h="4581525">
                <a:moveTo>
                  <a:pt x="0" y="0"/>
                </a:moveTo>
                <a:lnTo>
                  <a:pt x="7367618" y="0"/>
                </a:lnTo>
                <a:lnTo>
                  <a:pt x="7273817" y="56986"/>
                </a:lnTo>
                <a:cubicBezTo>
                  <a:pt x="7220187" y="93217"/>
                  <a:pt x="7168395" y="131961"/>
                  <a:pt x="7118608" y="173048"/>
                </a:cubicBezTo>
                <a:lnTo>
                  <a:pt x="7098090" y="191697"/>
                </a:lnTo>
                <a:lnTo>
                  <a:pt x="7081648" y="204301"/>
                </a:lnTo>
                <a:lnTo>
                  <a:pt x="7047024" y="238108"/>
                </a:lnTo>
                <a:lnTo>
                  <a:pt x="6975436" y="303173"/>
                </a:lnTo>
                <a:lnTo>
                  <a:pt x="6936383" y="346141"/>
                </a:lnTo>
                <a:lnTo>
                  <a:pt x="6908680" y="373192"/>
                </a:lnTo>
                <a:lnTo>
                  <a:pt x="6884431" y="403303"/>
                </a:lnTo>
                <a:lnTo>
                  <a:pt x="6845311" y="446345"/>
                </a:lnTo>
                <a:lnTo>
                  <a:pt x="6787351" y="523854"/>
                </a:lnTo>
                <a:lnTo>
                  <a:pt x="6756891" y="561679"/>
                </a:lnTo>
                <a:lnTo>
                  <a:pt x="6745915" y="579266"/>
                </a:lnTo>
                <a:lnTo>
                  <a:pt x="6729249" y="601554"/>
                </a:lnTo>
                <a:cubicBezTo>
                  <a:pt x="6656786" y="708812"/>
                  <a:pt x="6594374" y="823418"/>
                  <a:pt x="6543363" y="944021"/>
                </a:cubicBezTo>
                <a:lnTo>
                  <a:pt x="6533747" y="970295"/>
                </a:lnTo>
                <a:lnTo>
                  <a:pt x="6524772" y="989526"/>
                </a:lnTo>
                <a:lnTo>
                  <a:pt x="6509655" y="1036118"/>
                </a:lnTo>
                <a:lnTo>
                  <a:pt x="6475567" y="1129254"/>
                </a:lnTo>
                <a:lnTo>
                  <a:pt x="6460777" y="1186775"/>
                </a:lnTo>
                <a:lnTo>
                  <a:pt x="6448399" y="1224927"/>
                </a:lnTo>
                <a:lnTo>
                  <a:pt x="6440931" y="1263958"/>
                </a:lnTo>
                <a:lnTo>
                  <a:pt x="6425887" y="1322469"/>
                </a:lnTo>
                <a:lnTo>
                  <a:pt x="6410711" y="1421901"/>
                </a:lnTo>
                <a:lnTo>
                  <a:pt x="6401124" y="1472008"/>
                </a:lnTo>
                <a:lnTo>
                  <a:pt x="6399758" y="1493674"/>
                </a:lnTo>
                <a:lnTo>
                  <a:pt x="6395335" y="1522651"/>
                </a:lnTo>
                <a:cubicBezTo>
                  <a:pt x="6388452" y="1590427"/>
                  <a:pt x="6384926" y="1659196"/>
                  <a:pt x="6384926" y="1728788"/>
                </a:cubicBezTo>
                <a:cubicBezTo>
                  <a:pt x="6384926" y="1798380"/>
                  <a:pt x="6388452" y="1867149"/>
                  <a:pt x="6395335" y="1934925"/>
                </a:cubicBezTo>
                <a:lnTo>
                  <a:pt x="6402469" y="1981667"/>
                </a:lnTo>
                <a:lnTo>
                  <a:pt x="6404486" y="2010746"/>
                </a:lnTo>
                <a:lnTo>
                  <a:pt x="6413252" y="2052324"/>
                </a:lnTo>
                <a:lnTo>
                  <a:pt x="6425887" y="2135108"/>
                </a:lnTo>
                <a:lnTo>
                  <a:pt x="6452663" y="2239243"/>
                </a:lnTo>
                <a:lnTo>
                  <a:pt x="6461409" y="2280727"/>
                </a:lnTo>
                <a:lnTo>
                  <a:pt x="6468181" y="2299594"/>
                </a:lnTo>
                <a:lnTo>
                  <a:pt x="6475567" y="2328322"/>
                </a:lnTo>
                <a:cubicBezTo>
                  <a:pt x="6495203" y="2391453"/>
                  <a:pt x="6517858" y="2453254"/>
                  <a:pt x="6543363" y="2513555"/>
                </a:cubicBezTo>
                <a:lnTo>
                  <a:pt x="6549667" y="2526641"/>
                </a:lnTo>
                <a:lnTo>
                  <a:pt x="6553061" y="2536098"/>
                </a:lnTo>
                <a:lnTo>
                  <a:pt x="6568969" y="2566708"/>
                </a:lnTo>
                <a:lnTo>
                  <a:pt x="6628262" y="2689793"/>
                </a:lnTo>
                <a:lnTo>
                  <a:pt x="6660560" y="2742958"/>
                </a:lnTo>
                <a:lnTo>
                  <a:pt x="6676807" y="2774223"/>
                </a:lnTo>
                <a:lnTo>
                  <a:pt x="6697214" y="2803292"/>
                </a:lnTo>
                <a:lnTo>
                  <a:pt x="6729249" y="2856023"/>
                </a:lnTo>
                <a:lnTo>
                  <a:pt x="6810596" y="2964807"/>
                </a:lnTo>
                <a:lnTo>
                  <a:pt x="6830014" y="2992468"/>
                </a:lnTo>
                <a:lnTo>
                  <a:pt x="6836787" y="2999832"/>
                </a:lnTo>
                <a:lnTo>
                  <a:pt x="6845311" y="3011231"/>
                </a:lnTo>
                <a:cubicBezTo>
                  <a:pt x="6886399" y="3061017"/>
                  <a:pt x="6929830" y="3108798"/>
                  <a:pt x="6975436" y="3154404"/>
                </a:cubicBezTo>
                <a:lnTo>
                  <a:pt x="6996929" y="3173938"/>
                </a:lnTo>
                <a:lnTo>
                  <a:pt x="7010045" y="3188198"/>
                </a:lnTo>
                <a:lnTo>
                  <a:pt x="7041832" y="3214749"/>
                </a:lnTo>
                <a:lnTo>
                  <a:pt x="7118608" y="3284528"/>
                </a:lnTo>
                <a:lnTo>
                  <a:pt x="7183186" y="3332818"/>
                </a:lnTo>
                <a:lnTo>
                  <a:pt x="7214267" y="3358780"/>
                </a:lnTo>
                <a:lnTo>
                  <a:pt x="7254342" y="3386028"/>
                </a:lnTo>
                <a:lnTo>
                  <a:pt x="7273817" y="3400591"/>
                </a:lnTo>
                <a:lnTo>
                  <a:pt x="7292065" y="3411677"/>
                </a:lnTo>
                <a:lnTo>
                  <a:pt x="7324627" y="3433817"/>
                </a:lnTo>
                <a:cubicBezTo>
                  <a:pt x="7362275" y="3457635"/>
                  <a:pt x="7400766" y="3480240"/>
                  <a:pt x="7440046" y="3501578"/>
                </a:cubicBezTo>
                <a:lnTo>
                  <a:pt x="7532705" y="3546214"/>
                </a:lnTo>
                <a:lnTo>
                  <a:pt x="7535863" y="3547735"/>
                </a:lnTo>
                <a:lnTo>
                  <a:pt x="7535863" y="4581525"/>
                </a:lnTo>
                <a:lnTo>
                  <a:pt x="0" y="4581525"/>
                </a:lnTo>
                <a:close/>
              </a:path>
            </a:pathLst>
          </a:custGeom>
        </p:spPr>
        <p:txBody>
          <a:bodyPr wrap="square" tIns="324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9D0F919-25F6-7DBE-064E-68EB06590F02}"/>
              </a:ext>
            </a:extLst>
          </p:cNvPr>
          <p:cNvSpPr/>
          <p:nvPr userDrawn="1"/>
        </p:nvSpPr>
        <p:spPr bwMode="invGray">
          <a:xfrm>
            <a:off x="6384926" y="1989138"/>
            <a:ext cx="4032250" cy="4032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E34B6BAE-080B-2297-A3E2-F51FEE347778}"/>
              </a:ext>
            </a:extLst>
          </p:cNvPr>
          <p:cNvSpPr/>
          <p:nvPr userDrawn="1"/>
        </p:nvSpPr>
        <p:spPr bwMode="invGray">
          <a:xfrm>
            <a:off x="9997128" y="2404602"/>
            <a:ext cx="1867852" cy="18678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EA72DD2-FD34-270B-74DB-07B9159C0761}"/>
              </a:ext>
            </a:extLst>
          </p:cNvPr>
          <p:cNvSpPr/>
          <p:nvPr userDrawn="1"/>
        </p:nvSpPr>
        <p:spPr bwMode="invGray">
          <a:xfrm>
            <a:off x="10549732" y="4868863"/>
            <a:ext cx="1018381" cy="10183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6CC805E7-79DE-846E-C58A-F6BE09A741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invGray">
          <a:xfrm>
            <a:off x="6959600" y="3141663"/>
            <a:ext cx="2881313" cy="17272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162532D4-5A6E-913E-E989-FCE59E337F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5472113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3A396A0A-0F07-0579-AE27-5584E561962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5472113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0AD9505C-D345-47D8-D1F2-F35BDE7D4B1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35E48ECE-2B71-F39C-90B0-9B159129676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3E55493C-8FAB-955A-42CA-18B3A463087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5120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Detail groß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7A336C67-532B-B6C9-938D-2E6CE84D011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0" y="2276475"/>
            <a:ext cx="7535863" cy="4581525"/>
          </a:xfrm>
          <a:custGeom>
            <a:avLst/>
            <a:gdLst>
              <a:gd name="connsiteX0" fmla="*/ 0 w 7535863"/>
              <a:gd name="connsiteY0" fmla="*/ 0 h 4581525"/>
              <a:gd name="connsiteX1" fmla="*/ 6970223 w 7535863"/>
              <a:gd name="connsiteY1" fmla="*/ 0 h 4581525"/>
              <a:gd name="connsiteX2" fmla="*/ 7003987 w 7535863"/>
              <a:gd name="connsiteY2" fmla="*/ 62207 h 4581525"/>
              <a:gd name="connsiteX3" fmla="*/ 7426216 w 7535863"/>
              <a:gd name="connsiteY3" fmla="*/ 286704 h 4581525"/>
              <a:gd name="connsiteX4" fmla="*/ 7528836 w 7535863"/>
              <a:gd name="connsiteY4" fmla="*/ 276359 h 4581525"/>
              <a:gd name="connsiteX5" fmla="*/ 7535863 w 7535863"/>
              <a:gd name="connsiteY5" fmla="*/ 274178 h 4581525"/>
              <a:gd name="connsiteX6" fmla="*/ 7535863 w 7535863"/>
              <a:gd name="connsiteY6" fmla="*/ 4581525 h 4581525"/>
              <a:gd name="connsiteX7" fmla="*/ 0 w 7535863"/>
              <a:gd name="connsiteY7" fmla="*/ 4581525 h 458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5863" h="4581525">
                <a:moveTo>
                  <a:pt x="0" y="0"/>
                </a:moveTo>
                <a:lnTo>
                  <a:pt x="6970223" y="0"/>
                </a:lnTo>
                <a:lnTo>
                  <a:pt x="7003987" y="62207"/>
                </a:lnTo>
                <a:cubicBezTo>
                  <a:pt x="7095493" y="197652"/>
                  <a:pt x="7250455" y="286704"/>
                  <a:pt x="7426216" y="286704"/>
                </a:cubicBezTo>
                <a:cubicBezTo>
                  <a:pt x="7461369" y="286704"/>
                  <a:pt x="7495689" y="283142"/>
                  <a:pt x="7528836" y="276359"/>
                </a:cubicBezTo>
                <a:lnTo>
                  <a:pt x="7535863" y="274178"/>
                </a:lnTo>
                <a:lnTo>
                  <a:pt x="7535863" y="4581525"/>
                </a:lnTo>
                <a:lnTo>
                  <a:pt x="0" y="4581525"/>
                </a:lnTo>
                <a:close/>
              </a:path>
            </a:pathLst>
          </a:custGeom>
        </p:spPr>
        <p:txBody>
          <a:bodyPr wrap="square" tIns="324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5E2003E9-D202-BE78-1726-1D54C1BEA6A6}"/>
              </a:ext>
            </a:extLst>
          </p:cNvPr>
          <p:cNvSpPr/>
          <p:nvPr userDrawn="1"/>
        </p:nvSpPr>
        <p:spPr bwMode="invGray">
          <a:xfrm>
            <a:off x="8247554" y="1700212"/>
            <a:ext cx="3944446" cy="5157788"/>
          </a:xfrm>
          <a:custGeom>
            <a:avLst/>
            <a:gdLst>
              <a:gd name="connsiteX0" fmla="*/ 2868525 w 3944446"/>
              <a:gd name="connsiteY0" fmla="*/ 0 h 5157788"/>
              <a:gd name="connsiteX1" fmla="*/ 3721537 w 3944446"/>
              <a:gd name="connsiteY1" fmla="*/ 128963 h 5157788"/>
              <a:gd name="connsiteX2" fmla="*/ 3944446 w 3944446"/>
              <a:gd name="connsiteY2" fmla="*/ 210549 h 5157788"/>
              <a:gd name="connsiteX3" fmla="*/ 3944446 w 3944446"/>
              <a:gd name="connsiteY3" fmla="*/ 5157788 h 5157788"/>
              <a:gd name="connsiteX4" fmla="*/ 1145202 w 3944446"/>
              <a:gd name="connsiteY4" fmla="*/ 5157788 h 5157788"/>
              <a:gd name="connsiteX5" fmla="*/ 1043877 w 3944446"/>
              <a:gd name="connsiteY5" fmla="*/ 5082019 h 5157788"/>
              <a:gd name="connsiteX6" fmla="*/ 0 w 3944446"/>
              <a:gd name="connsiteY6" fmla="*/ 2868525 h 5157788"/>
              <a:gd name="connsiteX7" fmla="*/ 2868525 w 3944446"/>
              <a:gd name="connsiteY7" fmla="*/ 0 h 5157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44446" h="5157788">
                <a:moveTo>
                  <a:pt x="2868525" y="0"/>
                </a:moveTo>
                <a:cubicBezTo>
                  <a:pt x="3165571" y="0"/>
                  <a:pt x="3452071" y="45151"/>
                  <a:pt x="3721537" y="128963"/>
                </a:cubicBezTo>
                <a:lnTo>
                  <a:pt x="3944446" y="210549"/>
                </a:lnTo>
                <a:lnTo>
                  <a:pt x="3944446" y="5157788"/>
                </a:lnTo>
                <a:lnTo>
                  <a:pt x="1145202" y="5157788"/>
                </a:lnTo>
                <a:lnTo>
                  <a:pt x="1043877" y="5082019"/>
                </a:lnTo>
                <a:cubicBezTo>
                  <a:pt x="406355" y="4555889"/>
                  <a:pt x="0" y="3759662"/>
                  <a:pt x="0" y="2868525"/>
                </a:cubicBezTo>
                <a:cubicBezTo>
                  <a:pt x="0" y="1284282"/>
                  <a:pt x="1284282" y="0"/>
                  <a:pt x="28685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D51CE203-E817-EEC6-6ECC-9ADB1432D34F}"/>
              </a:ext>
            </a:extLst>
          </p:cNvPr>
          <p:cNvSpPr/>
          <p:nvPr userDrawn="1"/>
        </p:nvSpPr>
        <p:spPr bwMode="invGray">
          <a:xfrm>
            <a:off x="8690306" y="697548"/>
            <a:ext cx="1867852" cy="186785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931CB94-0F5A-67FE-F9CC-2B4DE4C1B37B}"/>
              </a:ext>
            </a:extLst>
          </p:cNvPr>
          <p:cNvSpPr/>
          <p:nvPr userDrawn="1"/>
        </p:nvSpPr>
        <p:spPr bwMode="invGray">
          <a:xfrm>
            <a:off x="6917025" y="1544797"/>
            <a:ext cx="1018381" cy="1018381"/>
          </a:xfrm>
          <a:prstGeom prst="ellipse">
            <a:avLst/>
          </a:prstGeom>
          <a:solidFill>
            <a:srgbClr val="3D0028"/>
          </a:solidFill>
          <a:ln w="9525">
            <a:solidFill>
              <a:srgbClr val="3D00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90F3BF9-49E9-131E-344F-E16F7CD376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invGray">
          <a:xfrm>
            <a:off x="8975725" y="3141663"/>
            <a:ext cx="2879725" cy="287655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A771F7AB-38C0-EB95-04EE-A4A5058043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5472113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D4F270B-FFF4-8DA2-FF4D-D19ACF8ACCAC}"/>
              </a:ext>
            </a:extLst>
          </p:cNvPr>
          <p:cNvGrpSpPr/>
          <p:nvPr userDrawn="1"/>
        </p:nvGrpSpPr>
        <p:grpSpPr bwMode="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D9B46A-9688-68D0-1B94-B653A0D0ED7F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06CDF9F-D207-71AC-5B28-D8758C6AFA1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986506A-6B74-0A20-DE81-7C42610D467B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E8E754BD-935B-417E-9C63-8F2E19920D02}"/>
                </a:ext>
              </a:extLst>
            </p:cNvPr>
            <p:cNvSpPr>
              <a:spLocks/>
            </p:cNvSpPr>
            <p:nvPr/>
          </p:nvSpPr>
          <p:spPr bwMode="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ED95A6A-B255-B53D-2E50-88AB7BFF7376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3DBA4A6-B3EB-D390-BF39-E20B9FF05FC6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E5F87E7D-20C1-5BC3-68D8-DFBC6CDA329D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0" name="Datumsplatzhalter 19">
            <a:extLst>
              <a:ext uri="{FF2B5EF4-FFF2-40B4-BE49-F238E27FC236}">
                <a16:creationId xmlns:a16="http://schemas.microsoft.com/office/drawing/2014/main" id="{89651CB2-7C01-2A72-FC00-2D6FDF2891E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21" name="Fußzeilenplatzhalter 20">
            <a:extLst>
              <a:ext uri="{FF2B5EF4-FFF2-40B4-BE49-F238E27FC236}">
                <a16:creationId xmlns:a16="http://schemas.microsoft.com/office/drawing/2014/main" id="{A2D26420-CADD-0064-441B-003BFC833D8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C7C0441D-05AE-A626-13D8-F0E4FF93E91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6263397D-9B3A-0E5C-27A8-5CDC9B1C107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5472113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097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undes Bild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27B85E0-47E2-4193-8B14-1027548A749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383406" y="549275"/>
            <a:ext cx="5472400" cy="5472113"/>
          </a:xfrm>
          <a:custGeom>
            <a:avLst/>
            <a:gdLst>
              <a:gd name="connsiteX0" fmla="*/ 2704779 w 5472400"/>
              <a:gd name="connsiteY0" fmla="*/ 0 h 5472113"/>
              <a:gd name="connsiteX1" fmla="*/ 2767621 w 5472400"/>
              <a:gd name="connsiteY1" fmla="*/ 0 h 5472113"/>
              <a:gd name="connsiteX2" fmla="*/ 3015961 w 5472400"/>
              <a:gd name="connsiteY2" fmla="*/ 12543 h 5472113"/>
              <a:gd name="connsiteX3" fmla="*/ 5472400 w 5472400"/>
              <a:gd name="connsiteY3" fmla="*/ 2735263 h 5472113"/>
              <a:gd name="connsiteX4" fmla="*/ 2736200 w 5472400"/>
              <a:gd name="connsiteY4" fmla="*/ 5472113 h 5472113"/>
              <a:gd name="connsiteX5" fmla="*/ 1922538 w 5472400"/>
              <a:gd name="connsiteY5" fmla="*/ 5349070 h 5472113"/>
              <a:gd name="connsiteX6" fmla="*/ 1891993 w 5472400"/>
              <a:gd name="connsiteY6" fmla="*/ 5337888 h 5472113"/>
              <a:gd name="connsiteX7" fmla="*/ 1893794 w 5472400"/>
              <a:gd name="connsiteY7" fmla="*/ 5326090 h 5472113"/>
              <a:gd name="connsiteX8" fmla="*/ 1897947 w 5472400"/>
              <a:gd name="connsiteY8" fmla="*/ 5243830 h 5472113"/>
              <a:gd name="connsiteX9" fmla="*/ 1093402 w 5472400"/>
              <a:gd name="connsiteY9" fmla="*/ 4439285 h 5472113"/>
              <a:gd name="connsiteX10" fmla="*/ 780237 w 5472400"/>
              <a:gd name="connsiteY10" fmla="*/ 4502510 h 5472113"/>
              <a:gd name="connsiteX11" fmla="*/ 692189 w 5472400"/>
              <a:gd name="connsiteY11" fmla="*/ 4550301 h 5472113"/>
              <a:gd name="connsiteX12" fmla="*/ 624815 w 5472400"/>
              <a:gd name="connsiteY12" fmla="*/ 4476154 h 5472113"/>
              <a:gd name="connsiteX13" fmla="*/ 0 w 5472400"/>
              <a:gd name="connsiteY13" fmla="*/ 2735263 h 5472113"/>
              <a:gd name="connsiteX14" fmla="*/ 2456439 w 5472400"/>
              <a:gd name="connsiteY14" fmla="*/ 12543 h 5472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72400" h="5472113">
                <a:moveTo>
                  <a:pt x="2704779" y="0"/>
                </a:moveTo>
                <a:lnTo>
                  <a:pt x="2767621" y="0"/>
                </a:lnTo>
                <a:lnTo>
                  <a:pt x="3015961" y="12543"/>
                </a:lnTo>
                <a:cubicBezTo>
                  <a:pt x="4395706" y="152697"/>
                  <a:pt x="5472400" y="1318212"/>
                  <a:pt x="5472400" y="2735263"/>
                </a:cubicBezTo>
                <a:cubicBezTo>
                  <a:pt x="5472400" y="4246784"/>
                  <a:pt x="4247362" y="5472113"/>
                  <a:pt x="2736200" y="5472113"/>
                </a:cubicBezTo>
                <a:cubicBezTo>
                  <a:pt x="2452857" y="5472113"/>
                  <a:pt x="2179573" y="5429035"/>
                  <a:pt x="1922538" y="5349070"/>
                </a:cubicBezTo>
                <a:lnTo>
                  <a:pt x="1891993" y="5337888"/>
                </a:lnTo>
                <a:lnTo>
                  <a:pt x="1893794" y="5326090"/>
                </a:lnTo>
                <a:cubicBezTo>
                  <a:pt x="1896540" y="5299044"/>
                  <a:pt x="1897947" y="5271601"/>
                  <a:pt x="1897947" y="5243830"/>
                </a:cubicBezTo>
                <a:cubicBezTo>
                  <a:pt x="1897947" y="4799492"/>
                  <a:pt x="1537740" y="4439285"/>
                  <a:pt x="1093402" y="4439285"/>
                </a:cubicBezTo>
                <a:cubicBezTo>
                  <a:pt x="982318" y="4439285"/>
                  <a:pt x="876492" y="4461798"/>
                  <a:pt x="780237" y="4502510"/>
                </a:cubicBezTo>
                <a:lnTo>
                  <a:pt x="692189" y="4550301"/>
                </a:lnTo>
                <a:lnTo>
                  <a:pt x="624815" y="4476154"/>
                </a:lnTo>
                <a:cubicBezTo>
                  <a:pt x="234480" y="4003065"/>
                  <a:pt x="0" y="3396554"/>
                  <a:pt x="0" y="2735263"/>
                </a:cubicBezTo>
                <a:cubicBezTo>
                  <a:pt x="0" y="1318212"/>
                  <a:pt x="1076694" y="152697"/>
                  <a:pt x="2456439" y="12543"/>
                </a:cubicBezTo>
                <a:close/>
              </a:path>
            </a:pathLst>
          </a:custGeom>
        </p:spPr>
        <p:txBody>
          <a:bodyPr wrap="square" tIns="396000" anchor="ctr" anchorCtr="0">
            <a:noAutofit/>
          </a:bodyPr>
          <a:lstStyle>
            <a:lvl1pPr algn="ctr">
              <a:spcAft>
                <a:spcPts val="0"/>
              </a:spcAft>
              <a:defRPr/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CF46E6A-09A1-EF0C-4399-85D850856823}"/>
              </a:ext>
            </a:extLst>
          </p:cNvPr>
          <p:cNvSpPr/>
          <p:nvPr userDrawn="1"/>
        </p:nvSpPr>
        <p:spPr bwMode="invGray">
          <a:xfrm>
            <a:off x="6672263" y="4988560"/>
            <a:ext cx="1609090" cy="160909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FFB2B5F-0566-7408-657F-BE0D75E6B255}"/>
              </a:ext>
            </a:extLst>
          </p:cNvPr>
          <p:cNvSpPr/>
          <p:nvPr userDrawn="1"/>
        </p:nvSpPr>
        <p:spPr bwMode="invGray">
          <a:xfrm>
            <a:off x="5244272" y="4714082"/>
            <a:ext cx="1018381" cy="10183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89E8B4A7-B375-4B5B-D4B0-AAC63AF61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623888" y="1989138"/>
            <a:ext cx="4608512" cy="403225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sp>
        <p:nvSpPr>
          <p:cNvPr id="4" name="Textplatzhalter 9">
            <a:extLst>
              <a:ext uri="{FF2B5EF4-FFF2-40B4-BE49-F238E27FC236}">
                <a16:creationId xmlns:a16="http://schemas.microsoft.com/office/drawing/2014/main" id="{48B77C0C-4ABA-F69D-6538-DA699673C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623888" y="549275"/>
            <a:ext cx="4608512" cy="287338"/>
          </a:xfrm>
        </p:spPr>
        <p:txBody>
          <a:bodyPr>
            <a:normAutofit/>
          </a:bodyPr>
          <a:lstStyle>
            <a:lvl1pPr>
              <a:defRPr>
                <a:latin typeface="Georgia" panose="02040502050405020303" pitchFamily="18" charset="0"/>
              </a:defRPr>
            </a:lvl1pPr>
            <a:lvl2pPr>
              <a:defRPr b="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0441201-76FD-A340-E24E-17F9A243211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4608512" cy="86274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2541029-2617-DEDF-3835-2D1324F0FF3E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ECB6F37C-8551-1D86-05E2-A2B7AD643B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0A39D6DB-84C4-50E8-8512-B60B329BFE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580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Rundes Bild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B501FBB-AA7A-2FE1-E6BB-69F9903F50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6383406" y="549275"/>
            <a:ext cx="5472400" cy="5472113"/>
          </a:xfrm>
          <a:custGeom>
            <a:avLst/>
            <a:gdLst>
              <a:gd name="connsiteX0" fmla="*/ 2704779 w 5472400"/>
              <a:gd name="connsiteY0" fmla="*/ 0 h 5472113"/>
              <a:gd name="connsiteX1" fmla="*/ 2767621 w 5472400"/>
              <a:gd name="connsiteY1" fmla="*/ 0 h 5472113"/>
              <a:gd name="connsiteX2" fmla="*/ 3015961 w 5472400"/>
              <a:gd name="connsiteY2" fmla="*/ 12543 h 5472113"/>
              <a:gd name="connsiteX3" fmla="*/ 5472400 w 5472400"/>
              <a:gd name="connsiteY3" fmla="*/ 2735263 h 5472113"/>
              <a:gd name="connsiteX4" fmla="*/ 2736200 w 5472400"/>
              <a:gd name="connsiteY4" fmla="*/ 5472113 h 5472113"/>
              <a:gd name="connsiteX5" fmla="*/ 1922538 w 5472400"/>
              <a:gd name="connsiteY5" fmla="*/ 5349070 h 5472113"/>
              <a:gd name="connsiteX6" fmla="*/ 1891993 w 5472400"/>
              <a:gd name="connsiteY6" fmla="*/ 5337888 h 5472113"/>
              <a:gd name="connsiteX7" fmla="*/ 1893794 w 5472400"/>
              <a:gd name="connsiteY7" fmla="*/ 5326090 h 5472113"/>
              <a:gd name="connsiteX8" fmla="*/ 1897947 w 5472400"/>
              <a:gd name="connsiteY8" fmla="*/ 5243830 h 5472113"/>
              <a:gd name="connsiteX9" fmla="*/ 1093402 w 5472400"/>
              <a:gd name="connsiteY9" fmla="*/ 4439285 h 5472113"/>
              <a:gd name="connsiteX10" fmla="*/ 780237 w 5472400"/>
              <a:gd name="connsiteY10" fmla="*/ 4502510 h 5472113"/>
              <a:gd name="connsiteX11" fmla="*/ 692189 w 5472400"/>
              <a:gd name="connsiteY11" fmla="*/ 4550301 h 5472113"/>
              <a:gd name="connsiteX12" fmla="*/ 624815 w 5472400"/>
              <a:gd name="connsiteY12" fmla="*/ 4476154 h 5472113"/>
              <a:gd name="connsiteX13" fmla="*/ 0 w 5472400"/>
              <a:gd name="connsiteY13" fmla="*/ 2735263 h 5472113"/>
              <a:gd name="connsiteX14" fmla="*/ 2456439 w 5472400"/>
              <a:gd name="connsiteY14" fmla="*/ 12543 h 5472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72400" h="5472113">
                <a:moveTo>
                  <a:pt x="2704779" y="0"/>
                </a:moveTo>
                <a:lnTo>
                  <a:pt x="2767621" y="0"/>
                </a:lnTo>
                <a:lnTo>
                  <a:pt x="3015961" y="12543"/>
                </a:lnTo>
                <a:cubicBezTo>
                  <a:pt x="4395706" y="152697"/>
                  <a:pt x="5472400" y="1318212"/>
                  <a:pt x="5472400" y="2735263"/>
                </a:cubicBezTo>
                <a:cubicBezTo>
                  <a:pt x="5472400" y="4246784"/>
                  <a:pt x="4247362" y="5472113"/>
                  <a:pt x="2736200" y="5472113"/>
                </a:cubicBezTo>
                <a:cubicBezTo>
                  <a:pt x="2452857" y="5472113"/>
                  <a:pt x="2179573" y="5429035"/>
                  <a:pt x="1922538" y="5349070"/>
                </a:cubicBezTo>
                <a:lnTo>
                  <a:pt x="1891993" y="5337888"/>
                </a:lnTo>
                <a:lnTo>
                  <a:pt x="1893794" y="5326090"/>
                </a:lnTo>
                <a:cubicBezTo>
                  <a:pt x="1896540" y="5299044"/>
                  <a:pt x="1897947" y="5271601"/>
                  <a:pt x="1897947" y="5243830"/>
                </a:cubicBezTo>
                <a:cubicBezTo>
                  <a:pt x="1897947" y="4799492"/>
                  <a:pt x="1537740" y="4439285"/>
                  <a:pt x="1093402" y="4439285"/>
                </a:cubicBezTo>
                <a:cubicBezTo>
                  <a:pt x="982318" y="4439285"/>
                  <a:pt x="876492" y="4461798"/>
                  <a:pt x="780237" y="4502510"/>
                </a:cubicBezTo>
                <a:lnTo>
                  <a:pt x="692189" y="4550301"/>
                </a:lnTo>
                <a:lnTo>
                  <a:pt x="624815" y="4476154"/>
                </a:lnTo>
                <a:cubicBezTo>
                  <a:pt x="234480" y="4003065"/>
                  <a:pt x="0" y="3396554"/>
                  <a:pt x="0" y="2735263"/>
                </a:cubicBezTo>
                <a:cubicBezTo>
                  <a:pt x="0" y="1318212"/>
                  <a:pt x="1076694" y="152697"/>
                  <a:pt x="2456439" y="12543"/>
                </a:cubicBezTo>
                <a:close/>
              </a:path>
            </a:pathLst>
          </a:custGeom>
        </p:spPr>
        <p:txBody>
          <a:bodyPr wrap="square" tIns="360000" anchor="ctr" anchorCtr="0">
            <a:noAutofit/>
          </a:bodyPr>
          <a:lstStyle>
            <a:lvl1pPr algn="ctr">
              <a:spcAft>
                <a:spcPts val="0"/>
              </a:spcAft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Fügen Sie ein Bild über </a:t>
            </a:r>
            <a:br>
              <a:rPr lang="de-DE" dirty="0"/>
            </a:br>
            <a:r>
              <a:rPr lang="de-DE" dirty="0"/>
              <a:t>Klicken auf das Symbol ein.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Alternativ kopieren Sie ein </a:t>
            </a:r>
            <a:br>
              <a:rPr lang="de-DE" dirty="0"/>
            </a:br>
            <a:r>
              <a:rPr lang="de-DE" dirty="0"/>
              <a:t>Bild in die Zwischenablage, </a:t>
            </a:r>
            <a:br>
              <a:rPr lang="de-DE" dirty="0"/>
            </a:br>
            <a:r>
              <a:rPr lang="de-DE" dirty="0"/>
              <a:t>wählen Sie den Platzhalter </a:t>
            </a:r>
            <a:br>
              <a:rPr lang="de-DE" dirty="0"/>
            </a:br>
            <a:r>
              <a:rPr lang="de-DE" dirty="0"/>
              <a:t>an und klicken Sie einfügen. 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BCF46E6A-09A1-EF0C-4399-85D850856823}"/>
              </a:ext>
            </a:extLst>
          </p:cNvPr>
          <p:cNvSpPr/>
          <p:nvPr userDrawn="1"/>
        </p:nvSpPr>
        <p:spPr bwMode="invGray">
          <a:xfrm>
            <a:off x="6672263" y="4988560"/>
            <a:ext cx="1609090" cy="160909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FFB2B5F-0566-7408-657F-BE0D75E6B255}"/>
              </a:ext>
            </a:extLst>
          </p:cNvPr>
          <p:cNvSpPr/>
          <p:nvPr userDrawn="1"/>
        </p:nvSpPr>
        <p:spPr bwMode="invGray">
          <a:xfrm>
            <a:off x="5244272" y="4714082"/>
            <a:ext cx="1018381" cy="1018381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89E8B4A7-B375-4B5B-D4B0-AAC63AF618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invGray">
          <a:xfrm>
            <a:off x="623888" y="1989138"/>
            <a:ext cx="4608512" cy="40322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
Zweite Ebene
Dritte Ebene
Vierte Ebene
Fünfte Ebene</a:t>
            </a:r>
            <a:endParaRPr lang="de-DE" dirty="0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BC4C4BE-9084-46A9-D2D5-0D1C1FDAB6D1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0254C3C-D195-BBDD-76FF-BBEA69A795BD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D21EBB3D-9A1C-BD32-040F-4428ADA7F5F9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6717A06-2754-A866-AD7A-E753B6905F48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19B9309F-E596-5FCF-84BD-E735481AE3A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300F22B9-052E-9BC1-6C56-1EAA42DCE39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10">
              <a:extLst>
                <a:ext uri="{FF2B5EF4-FFF2-40B4-BE49-F238E27FC236}">
                  <a16:creationId xmlns:a16="http://schemas.microsoft.com/office/drawing/2014/main" id="{D40C3EA0-A49A-53B6-2811-A82B4E3F0232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AEB381B-E2A6-A6CB-5DC5-944A6909546B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E70EECE-7E88-A1B6-3C20-7996C2BDC1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invGray">
          <a:xfrm>
            <a:off x="623888" y="549275"/>
            <a:ext cx="4608512" cy="287338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>
              <a:defRPr b="0">
                <a:solidFill>
                  <a:schemeClr val="bg1"/>
                </a:solidFill>
                <a:latin typeface="Georgia" panose="02040502050405020303" pitchFamily="18" charset="0"/>
              </a:defRPr>
            </a:lvl2pPr>
            <a:lvl3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3pPr>
            <a:lvl4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4pPr>
            <a:lvl5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5pPr>
            <a:lvl6pPr marL="0" indent="0">
              <a:buNone/>
              <a:defRPr>
                <a:solidFill>
                  <a:schemeClr val="bg1"/>
                </a:solidFill>
                <a:latin typeface="Georgia" panose="02040502050405020303" pitchFamily="18" charset="0"/>
              </a:defRPr>
            </a:lvl6pPr>
            <a:lvl7pPr>
              <a:defRPr sz="1400" b="0">
                <a:solidFill>
                  <a:schemeClr val="bg1"/>
                </a:solidFill>
                <a:latin typeface="Georgia" panose="02040502050405020303" pitchFamily="18" charset="0"/>
              </a:defRPr>
            </a:lvl7pPr>
            <a:lvl8pPr>
              <a:lnSpc>
                <a:spcPct val="100000"/>
              </a:lnSpc>
              <a:defRPr sz="1400" b="0">
                <a:solidFill>
                  <a:schemeClr val="bg1"/>
                </a:solidFill>
                <a:latin typeface="Georgia" panose="02040502050405020303" pitchFamily="18" charset="0"/>
              </a:defRPr>
            </a:lvl8pPr>
            <a:lvl9pPr>
              <a:defRPr sz="1400">
                <a:solidFill>
                  <a:schemeClr val="bg1"/>
                </a:solidFill>
                <a:latin typeface="Georgia" panose="02040502050405020303" pitchFamily="18" charset="0"/>
              </a:defRPr>
            </a:lvl9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99CC6FDD-3954-7066-A21B-3DB6E4585DFD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715932A0-DB66-EC83-7B87-9CBE9F5B795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20E9033C-4F67-01A9-8638-C468892C98A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88B64DC-6998-349A-1B65-0CFB063D00C0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623887" y="836613"/>
            <a:ext cx="4608512" cy="86274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908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2A2995AE-6F24-7BC3-0825-DDA2868C37F8}"/>
              </a:ext>
            </a:extLst>
          </p:cNvPr>
          <p:cNvSpPr/>
          <p:nvPr userDrawn="1"/>
        </p:nvSpPr>
        <p:spPr bwMode="invGray">
          <a:xfrm>
            <a:off x="1" y="260350"/>
            <a:ext cx="8975725" cy="6597651"/>
          </a:xfrm>
          <a:custGeom>
            <a:avLst/>
            <a:gdLst>
              <a:gd name="connsiteX0" fmla="*/ 3532413 w 8975725"/>
              <a:gd name="connsiteY0" fmla="*/ 0 h 6597651"/>
              <a:gd name="connsiteX1" fmla="*/ 8975725 w 8975725"/>
              <a:gd name="connsiteY1" fmla="*/ 5443311 h 6597651"/>
              <a:gd name="connsiteX2" fmla="*/ 8865136 w 8975725"/>
              <a:gd name="connsiteY2" fmla="*/ 6540329 h 6597651"/>
              <a:gd name="connsiteX3" fmla="*/ 8851906 w 8975725"/>
              <a:gd name="connsiteY3" fmla="*/ 6597651 h 6597651"/>
              <a:gd name="connsiteX4" fmla="*/ 0 w 8975725"/>
              <a:gd name="connsiteY4" fmla="*/ 6597651 h 6597651"/>
              <a:gd name="connsiteX5" fmla="*/ 0 w 8975725"/>
              <a:gd name="connsiteY5" fmla="*/ 1303590 h 6597651"/>
              <a:gd name="connsiteX6" fmla="*/ 69961 w 8975725"/>
              <a:gd name="connsiteY6" fmla="*/ 1242988 h 6597651"/>
              <a:gd name="connsiteX7" fmla="*/ 3532413 w 8975725"/>
              <a:gd name="connsiteY7" fmla="*/ 0 h 659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5725" h="6597651">
                <a:moveTo>
                  <a:pt x="3532413" y="0"/>
                </a:moveTo>
                <a:cubicBezTo>
                  <a:pt x="6538671" y="0"/>
                  <a:pt x="8975725" y="2437053"/>
                  <a:pt x="8975725" y="5443311"/>
                </a:cubicBezTo>
                <a:cubicBezTo>
                  <a:pt x="8975725" y="5819094"/>
                  <a:pt x="8937646" y="6185982"/>
                  <a:pt x="8865136" y="6540329"/>
                </a:cubicBezTo>
                <a:lnTo>
                  <a:pt x="8851906" y="6597651"/>
                </a:lnTo>
                <a:lnTo>
                  <a:pt x="0" y="6597651"/>
                </a:lnTo>
                <a:lnTo>
                  <a:pt x="0" y="1303590"/>
                </a:lnTo>
                <a:lnTo>
                  <a:pt x="69961" y="1242988"/>
                </a:lnTo>
                <a:cubicBezTo>
                  <a:pt x="1010887" y="466467"/>
                  <a:pt x="2217175" y="0"/>
                  <a:pt x="3532413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4E56055-21ED-607C-6149-B4D3E2580871}"/>
              </a:ext>
            </a:extLst>
          </p:cNvPr>
          <p:cNvSpPr/>
          <p:nvPr userDrawn="1"/>
        </p:nvSpPr>
        <p:spPr bwMode="invGray">
          <a:xfrm>
            <a:off x="7538155" y="1182371"/>
            <a:ext cx="3166358" cy="3166358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398FC8BD-EB44-7088-EB5A-63668019D978}"/>
              </a:ext>
            </a:extLst>
          </p:cNvPr>
          <p:cNvSpPr/>
          <p:nvPr userDrawn="1"/>
        </p:nvSpPr>
        <p:spPr bwMode="invGray">
          <a:xfrm>
            <a:off x="10072612" y="4292600"/>
            <a:ext cx="1727200" cy="172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0" name="Textplatzhalter 43">
            <a:extLst>
              <a:ext uri="{FF2B5EF4-FFF2-40B4-BE49-F238E27FC236}">
                <a16:creationId xmlns:a16="http://schemas.microsoft.com/office/drawing/2014/main" id="{821E1C09-1FE8-502B-FE08-CDA8C7F39EF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A91C6AAF-E779-60F0-01B3-F678047B92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B9CF2437-A39A-C334-EDB2-508A12AC4340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08E09E0-B772-CE76-916B-A3FA43C3AC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266B3D2A-4F2E-3BC8-9A76-DFCF9437FEA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5766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(Blau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C38FB131-D9C9-0741-4243-5E26056F5A0D}"/>
              </a:ext>
            </a:extLst>
          </p:cNvPr>
          <p:cNvSpPr/>
          <p:nvPr userDrawn="1"/>
        </p:nvSpPr>
        <p:spPr bwMode="invGray">
          <a:xfrm>
            <a:off x="1" y="260350"/>
            <a:ext cx="8975725" cy="6597651"/>
          </a:xfrm>
          <a:custGeom>
            <a:avLst/>
            <a:gdLst>
              <a:gd name="connsiteX0" fmla="*/ 3532413 w 8975725"/>
              <a:gd name="connsiteY0" fmla="*/ 0 h 6597651"/>
              <a:gd name="connsiteX1" fmla="*/ 8975725 w 8975725"/>
              <a:gd name="connsiteY1" fmla="*/ 5443311 h 6597651"/>
              <a:gd name="connsiteX2" fmla="*/ 8865136 w 8975725"/>
              <a:gd name="connsiteY2" fmla="*/ 6540329 h 6597651"/>
              <a:gd name="connsiteX3" fmla="*/ 8851906 w 8975725"/>
              <a:gd name="connsiteY3" fmla="*/ 6597651 h 6597651"/>
              <a:gd name="connsiteX4" fmla="*/ 0 w 8975725"/>
              <a:gd name="connsiteY4" fmla="*/ 6597651 h 6597651"/>
              <a:gd name="connsiteX5" fmla="*/ 0 w 8975725"/>
              <a:gd name="connsiteY5" fmla="*/ 1303590 h 6597651"/>
              <a:gd name="connsiteX6" fmla="*/ 69961 w 8975725"/>
              <a:gd name="connsiteY6" fmla="*/ 1242988 h 6597651"/>
              <a:gd name="connsiteX7" fmla="*/ 3532413 w 8975725"/>
              <a:gd name="connsiteY7" fmla="*/ 0 h 659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5725" h="6597651">
                <a:moveTo>
                  <a:pt x="3532413" y="0"/>
                </a:moveTo>
                <a:cubicBezTo>
                  <a:pt x="6538671" y="0"/>
                  <a:pt x="8975725" y="2437053"/>
                  <a:pt x="8975725" y="5443311"/>
                </a:cubicBezTo>
                <a:cubicBezTo>
                  <a:pt x="8975725" y="5819094"/>
                  <a:pt x="8937646" y="6185982"/>
                  <a:pt x="8865136" y="6540329"/>
                </a:cubicBezTo>
                <a:lnTo>
                  <a:pt x="8851906" y="6597651"/>
                </a:lnTo>
                <a:lnTo>
                  <a:pt x="0" y="6597651"/>
                </a:lnTo>
                <a:lnTo>
                  <a:pt x="0" y="1303590"/>
                </a:lnTo>
                <a:lnTo>
                  <a:pt x="69961" y="1242988"/>
                </a:lnTo>
                <a:cubicBezTo>
                  <a:pt x="1010887" y="466467"/>
                  <a:pt x="2217175" y="0"/>
                  <a:pt x="3532413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90B3BD3-A6DC-35A8-D1A0-C8F417BDA4C0}"/>
              </a:ext>
            </a:extLst>
          </p:cNvPr>
          <p:cNvSpPr/>
          <p:nvPr userDrawn="1"/>
        </p:nvSpPr>
        <p:spPr bwMode="invGray">
          <a:xfrm>
            <a:off x="7538155" y="1182371"/>
            <a:ext cx="3166358" cy="3166358"/>
          </a:xfrm>
          <a:prstGeom prst="ellipse">
            <a:avLst/>
          </a:prstGeom>
          <a:solidFill>
            <a:srgbClr val="004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5B7FD65-109D-46B0-42C0-AA70674E7344}"/>
              </a:ext>
            </a:extLst>
          </p:cNvPr>
          <p:cNvSpPr/>
          <p:nvPr userDrawn="1"/>
        </p:nvSpPr>
        <p:spPr bwMode="invGray">
          <a:xfrm>
            <a:off x="10072612" y="4292600"/>
            <a:ext cx="1727200" cy="17272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Textplatzhalter 43">
            <a:extLst>
              <a:ext uri="{FF2B5EF4-FFF2-40B4-BE49-F238E27FC236}">
                <a16:creationId xmlns:a16="http://schemas.microsoft.com/office/drawing/2014/main" id="{E47526E4-6613-7D3F-A69A-DD86C583D6A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C3448A-90E4-2F54-55DE-71BB4D673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B2A6E9F2-2E26-650A-A728-ED978DADC24A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59202630-514F-B71D-1ACA-687DFA791C9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149B665-7A39-B9F7-8231-A7C3C022C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858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(Grü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2565DB9E-4500-D2B3-F02F-28E7E3210004}"/>
              </a:ext>
            </a:extLst>
          </p:cNvPr>
          <p:cNvSpPr/>
          <p:nvPr userDrawn="1"/>
        </p:nvSpPr>
        <p:spPr bwMode="invGray">
          <a:xfrm>
            <a:off x="1" y="260350"/>
            <a:ext cx="8975725" cy="6597651"/>
          </a:xfrm>
          <a:custGeom>
            <a:avLst/>
            <a:gdLst>
              <a:gd name="connsiteX0" fmla="*/ 3532413 w 8975725"/>
              <a:gd name="connsiteY0" fmla="*/ 0 h 6597651"/>
              <a:gd name="connsiteX1" fmla="*/ 8975725 w 8975725"/>
              <a:gd name="connsiteY1" fmla="*/ 5443311 h 6597651"/>
              <a:gd name="connsiteX2" fmla="*/ 8865136 w 8975725"/>
              <a:gd name="connsiteY2" fmla="*/ 6540329 h 6597651"/>
              <a:gd name="connsiteX3" fmla="*/ 8851906 w 8975725"/>
              <a:gd name="connsiteY3" fmla="*/ 6597651 h 6597651"/>
              <a:gd name="connsiteX4" fmla="*/ 0 w 8975725"/>
              <a:gd name="connsiteY4" fmla="*/ 6597651 h 6597651"/>
              <a:gd name="connsiteX5" fmla="*/ 0 w 8975725"/>
              <a:gd name="connsiteY5" fmla="*/ 1303590 h 6597651"/>
              <a:gd name="connsiteX6" fmla="*/ 69961 w 8975725"/>
              <a:gd name="connsiteY6" fmla="*/ 1242988 h 6597651"/>
              <a:gd name="connsiteX7" fmla="*/ 3532413 w 8975725"/>
              <a:gd name="connsiteY7" fmla="*/ 0 h 659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5725" h="6597651">
                <a:moveTo>
                  <a:pt x="3532413" y="0"/>
                </a:moveTo>
                <a:cubicBezTo>
                  <a:pt x="6538671" y="0"/>
                  <a:pt x="8975725" y="2437053"/>
                  <a:pt x="8975725" y="5443311"/>
                </a:cubicBezTo>
                <a:cubicBezTo>
                  <a:pt x="8975725" y="5819094"/>
                  <a:pt x="8937646" y="6185982"/>
                  <a:pt x="8865136" y="6540329"/>
                </a:cubicBezTo>
                <a:lnTo>
                  <a:pt x="8851906" y="6597651"/>
                </a:lnTo>
                <a:lnTo>
                  <a:pt x="0" y="6597651"/>
                </a:lnTo>
                <a:lnTo>
                  <a:pt x="0" y="1303590"/>
                </a:lnTo>
                <a:lnTo>
                  <a:pt x="69961" y="1242988"/>
                </a:lnTo>
                <a:cubicBezTo>
                  <a:pt x="1010887" y="466467"/>
                  <a:pt x="2217175" y="0"/>
                  <a:pt x="3532413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8F85829D-1A13-AE9F-BBA8-0539C619A8E3}"/>
              </a:ext>
            </a:extLst>
          </p:cNvPr>
          <p:cNvSpPr/>
          <p:nvPr userDrawn="1"/>
        </p:nvSpPr>
        <p:spPr bwMode="invGray">
          <a:xfrm>
            <a:off x="7538155" y="1182371"/>
            <a:ext cx="3166358" cy="3166358"/>
          </a:xfrm>
          <a:prstGeom prst="ellipse">
            <a:avLst/>
          </a:prstGeom>
          <a:solidFill>
            <a:srgbClr val="0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76F40F8-D268-9747-D32D-BAD7E07B7481}"/>
              </a:ext>
            </a:extLst>
          </p:cNvPr>
          <p:cNvSpPr/>
          <p:nvPr userDrawn="1"/>
        </p:nvSpPr>
        <p:spPr bwMode="invGray">
          <a:xfrm>
            <a:off x="10072612" y="4292600"/>
            <a:ext cx="1727200" cy="17272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0" name="Textplatzhalter 43">
            <a:extLst>
              <a:ext uri="{FF2B5EF4-FFF2-40B4-BE49-F238E27FC236}">
                <a16:creationId xmlns:a16="http://schemas.microsoft.com/office/drawing/2014/main" id="{55DB4A73-CDA5-6BEF-7B37-B04EC28BF3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E5A36B6-018A-CF6A-7668-B84AF9C5C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FB859ABC-77F4-AE6A-A64E-C781AD4DFCC3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95CDA0D8-FE20-7617-3A2D-CF26E0285E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EAF114BF-BACD-C9D0-C1B0-8BC0590328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919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801C34A0-C9CE-B09D-54A7-86C4B7C12F3E}"/>
              </a:ext>
            </a:extLst>
          </p:cNvPr>
          <p:cNvSpPr/>
          <p:nvPr userDrawn="1"/>
        </p:nvSpPr>
        <p:spPr bwMode="invGray">
          <a:xfrm>
            <a:off x="1" y="260350"/>
            <a:ext cx="8975725" cy="6597651"/>
          </a:xfrm>
          <a:custGeom>
            <a:avLst/>
            <a:gdLst>
              <a:gd name="connsiteX0" fmla="*/ 3532413 w 8975725"/>
              <a:gd name="connsiteY0" fmla="*/ 0 h 6597651"/>
              <a:gd name="connsiteX1" fmla="*/ 8975725 w 8975725"/>
              <a:gd name="connsiteY1" fmla="*/ 5443311 h 6597651"/>
              <a:gd name="connsiteX2" fmla="*/ 8865136 w 8975725"/>
              <a:gd name="connsiteY2" fmla="*/ 6540329 h 6597651"/>
              <a:gd name="connsiteX3" fmla="*/ 8851906 w 8975725"/>
              <a:gd name="connsiteY3" fmla="*/ 6597651 h 6597651"/>
              <a:gd name="connsiteX4" fmla="*/ 0 w 8975725"/>
              <a:gd name="connsiteY4" fmla="*/ 6597651 h 6597651"/>
              <a:gd name="connsiteX5" fmla="*/ 0 w 8975725"/>
              <a:gd name="connsiteY5" fmla="*/ 1303590 h 6597651"/>
              <a:gd name="connsiteX6" fmla="*/ 69961 w 8975725"/>
              <a:gd name="connsiteY6" fmla="*/ 1242988 h 6597651"/>
              <a:gd name="connsiteX7" fmla="*/ 3532413 w 8975725"/>
              <a:gd name="connsiteY7" fmla="*/ 0 h 6597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975725" h="6597651">
                <a:moveTo>
                  <a:pt x="3532413" y="0"/>
                </a:moveTo>
                <a:cubicBezTo>
                  <a:pt x="6538671" y="0"/>
                  <a:pt x="8975725" y="2437053"/>
                  <a:pt x="8975725" y="5443311"/>
                </a:cubicBezTo>
                <a:cubicBezTo>
                  <a:pt x="8975725" y="5819094"/>
                  <a:pt x="8937646" y="6185982"/>
                  <a:pt x="8865136" y="6540329"/>
                </a:cubicBezTo>
                <a:lnTo>
                  <a:pt x="8851906" y="6597651"/>
                </a:lnTo>
                <a:lnTo>
                  <a:pt x="0" y="6597651"/>
                </a:lnTo>
                <a:lnTo>
                  <a:pt x="0" y="1303590"/>
                </a:lnTo>
                <a:lnTo>
                  <a:pt x="69961" y="1242988"/>
                </a:lnTo>
                <a:cubicBezTo>
                  <a:pt x="1010887" y="466467"/>
                  <a:pt x="2217175" y="0"/>
                  <a:pt x="3532413" y="0"/>
                </a:cubicBezTo>
                <a:close/>
              </a:path>
            </a:pathLst>
          </a:custGeom>
          <a:solidFill>
            <a:schemeClr val="accent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44A74B3C-82EB-C457-D2CE-D75C1268D0C2}"/>
              </a:ext>
            </a:extLst>
          </p:cNvPr>
          <p:cNvSpPr/>
          <p:nvPr userDrawn="1"/>
        </p:nvSpPr>
        <p:spPr bwMode="invGray">
          <a:xfrm>
            <a:off x="7538155" y="1182371"/>
            <a:ext cx="3166358" cy="3166358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11D06C7A-5388-7BEE-65DB-ADD48C97692F}"/>
              </a:ext>
            </a:extLst>
          </p:cNvPr>
          <p:cNvSpPr/>
          <p:nvPr userDrawn="1"/>
        </p:nvSpPr>
        <p:spPr bwMode="invGray">
          <a:xfrm>
            <a:off x="10072612" y="4292600"/>
            <a:ext cx="1727200" cy="17272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" name="Textplatzhalter 43">
            <a:extLst>
              <a:ext uri="{FF2B5EF4-FFF2-40B4-BE49-F238E27FC236}">
                <a16:creationId xmlns:a16="http://schemas.microsoft.com/office/drawing/2014/main" id="{E2983C21-28A2-D5B5-AAFF-CB18D335B9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20F8ACB-4DFE-8927-0F92-9FDEE5364A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2CC0BB-4B13-7848-A296-6E4826794A63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33C0EB-7C99-7719-3331-E5019CEF52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9533096-B3D2-4CBF-FC96-9416E6465F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228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Vollflächig (Lila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: Form 17">
            <a:extLst>
              <a:ext uri="{FF2B5EF4-FFF2-40B4-BE49-F238E27FC236}">
                <a16:creationId xmlns:a16="http://schemas.microsoft.com/office/drawing/2014/main" id="{39031B0E-2211-A7D6-6613-45D8E3399254}"/>
              </a:ext>
            </a:extLst>
          </p:cNvPr>
          <p:cNvSpPr/>
          <p:nvPr userDrawn="1"/>
        </p:nvSpPr>
        <p:spPr bwMode="invGray">
          <a:xfrm>
            <a:off x="8961392" y="3141662"/>
            <a:ext cx="3230608" cy="3716338"/>
          </a:xfrm>
          <a:custGeom>
            <a:avLst/>
            <a:gdLst>
              <a:gd name="connsiteX0" fmla="*/ 2500112 w 3230608"/>
              <a:gd name="connsiteY0" fmla="*/ 0 h 3716338"/>
              <a:gd name="connsiteX1" fmla="*/ 3003972 w 3230608"/>
              <a:gd name="connsiteY1" fmla="*/ 50794 h 3716338"/>
              <a:gd name="connsiteX2" fmla="*/ 3230608 w 3230608"/>
              <a:gd name="connsiteY2" fmla="*/ 109068 h 3716338"/>
              <a:gd name="connsiteX3" fmla="*/ 3230608 w 3230608"/>
              <a:gd name="connsiteY3" fmla="*/ 3716338 h 3716338"/>
              <a:gd name="connsiteX4" fmla="*/ 316649 w 3230608"/>
              <a:gd name="connsiteY4" fmla="*/ 3716338 h 3716338"/>
              <a:gd name="connsiteX5" fmla="*/ 301750 w 3230608"/>
              <a:gd name="connsiteY5" fmla="*/ 3691814 h 3716338"/>
              <a:gd name="connsiteX6" fmla="*/ 0 w 3230608"/>
              <a:gd name="connsiteY6" fmla="*/ 2500112 h 3716338"/>
              <a:gd name="connsiteX7" fmla="*/ 2500112 w 3230608"/>
              <a:gd name="connsiteY7" fmla="*/ 0 h 371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0608" h="3716338">
                <a:moveTo>
                  <a:pt x="2500112" y="0"/>
                </a:moveTo>
                <a:cubicBezTo>
                  <a:pt x="2672709" y="0"/>
                  <a:pt x="2841221" y="17490"/>
                  <a:pt x="3003972" y="50794"/>
                </a:cubicBezTo>
                <a:lnTo>
                  <a:pt x="3230608" y="109068"/>
                </a:lnTo>
                <a:lnTo>
                  <a:pt x="3230608" y="3716338"/>
                </a:lnTo>
                <a:lnTo>
                  <a:pt x="316649" y="3716338"/>
                </a:lnTo>
                <a:lnTo>
                  <a:pt x="301750" y="3691814"/>
                </a:lnTo>
                <a:cubicBezTo>
                  <a:pt x="109310" y="3337565"/>
                  <a:pt x="0" y="2931604"/>
                  <a:pt x="0" y="2500112"/>
                </a:cubicBezTo>
                <a:cubicBezTo>
                  <a:pt x="0" y="1119338"/>
                  <a:pt x="1119338" y="0"/>
                  <a:pt x="2500112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5B01864-7BDD-5A79-C04E-06799E140D65}"/>
              </a:ext>
            </a:extLst>
          </p:cNvPr>
          <p:cNvSpPr/>
          <p:nvPr userDrawn="1"/>
        </p:nvSpPr>
        <p:spPr bwMode="invGray">
          <a:xfrm>
            <a:off x="8688388" y="2276475"/>
            <a:ext cx="1911032" cy="1911032"/>
          </a:xfrm>
          <a:prstGeom prst="ellipse">
            <a:avLst/>
          </a:prstGeom>
          <a:solidFill>
            <a:srgbClr val="4C00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13EE9CE-CE9C-1FFF-57F7-48F2C85BAB67}"/>
              </a:ext>
            </a:extLst>
          </p:cNvPr>
          <p:cNvSpPr/>
          <p:nvPr userDrawn="1"/>
        </p:nvSpPr>
        <p:spPr bwMode="invGray">
          <a:xfrm>
            <a:off x="7454970" y="3714473"/>
            <a:ext cx="863600" cy="8636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Textplatzhalter 43">
            <a:extLst>
              <a:ext uri="{FF2B5EF4-FFF2-40B4-BE49-F238E27FC236}">
                <a16:creationId xmlns:a16="http://schemas.microsoft.com/office/drawing/2014/main" id="{5A96EF1C-57AA-94A9-C7A0-1CC242E76F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06A5F1B8-0161-07C7-0599-55E6BB6E7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9" name="Datumsplatzhalter 18">
            <a:extLst>
              <a:ext uri="{FF2B5EF4-FFF2-40B4-BE49-F238E27FC236}">
                <a16:creationId xmlns:a16="http://schemas.microsoft.com/office/drawing/2014/main" id="{A1E6F6D0-65B5-F5FF-95C0-C341DD4C6290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F9E5C7DB-DD4A-BFD6-D8B3-8E8D524CD3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93F315BE-4DA2-0C59-BA18-AB5BA073DD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535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Vollflächig (Blau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960DEB5A-5A6F-E9A3-853A-043B1F62F528}"/>
              </a:ext>
            </a:extLst>
          </p:cNvPr>
          <p:cNvSpPr/>
          <p:nvPr userDrawn="1"/>
        </p:nvSpPr>
        <p:spPr bwMode="invGray">
          <a:xfrm>
            <a:off x="8961392" y="3141662"/>
            <a:ext cx="3230608" cy="3716338"/>
          </a:xfrm>
          <a:custGeom>
            <a:avLst/>
            <a:gdLst>
              <a:gd name="connsiteX0" fmla="*/ 2500112 w 3230608"/>
              <a:gd name="connsiteY0" fmla="*/ 0 h 3716338"/>
              <a:gd name="connsiteX1" fmla="*/ 3003972 w 3230608"/>
              <a:gd name="connsiteY1" fmla="*/ 50794 h 3716338"/>
              <a:gd name="connsiteX2" fmla="*/ 3230608 w 3230608"/>
              <a:gd name="connsiteY2" fmla="*/ 109068 h 3716338"/>
              <a:gd name="connsiteX3" fmla="*/ 3230608 w 3230608"/>
              <a:gd name="connsiteY3" fmla="*/ 3716338 h 3716338"/>
              <a:gd name="connsiteX4" fmla="*/ 316649 w 3230608"/>
              <a:gd name="connsiteY4" fmla="*/ 3716338 h 3716338"/>
              <a:gd name="connsiteX5" fmla="*/ 301750 w 3230608"/>
              <a:gd name="connsiteY5" fmla="*/ 3691814 h 3716338"/>
              <a:gd name="connsiteX6" fmla="*/ 0 w 3230608"/>
              <a:gd name="connsiteY6" fmla="*/ 2500112 h 3716338"/>
              <a:gd name="connsiteX7" fmla="*/ 2500112 w 3230608"/>
              <a:gd name="connsiteY7" fmla="*/ 0 h 371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0608" h="3716338">
                <a:moveTo>
                  <a:pt x="2500112" y="0"/>
                </a:moveTo>
                <a:cubicBezTo>
                  <a:pt x="2672709" y="0"/>
                  <a:pt x="2841221" y="17490"/>
                  <a:pt x="3003972" y="50794"/>
                </a:cubicBezTo>
                <a:lnTo>
                  <a:pt x="3230608" y="109068"/>
                </a:lnTo>
                <a:lnTo>
                  <a:pt x="3230608" y="3716338"/>
                </a:lnTo>
                <a:lnTo>
                  <a:pt x="316649" y="3716338"/>
                </a:lnTo>
                <a:lnTo>
                  <a:pt x="301750" y="3691814"/>
                </a:lnTo>
                <a:cubicBezTo>
                  <a:pt x="109310" y="3337565"/>
                  <a:pt x="0" y="2931604"/>
                  <a:pt x="0" y="2500112"/>
                </a:cubicBezTo>
                <a:cubicBezTo>
                  <a:pt x="0" y="1119338"/>
                  <a:pt x="1119338" y="0"/>
                  <a:pt x="2500112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CEDEA46A-4025-C57D-F62F-CF588A96634A}"/>
              </a:ext>
            </a:extLst>
          </p:cNvPr>
          <p:cNvSpPr/>
          <p:nvPr userDrawn="1"/>
        </p:nvSpPr>
        <p:spPr bwMode="invGray">
          <a:xfrm>
            <a:off x="8688388" y="2276475"/>
            <a:ext cx="1911032" cy="1911032"/>
          </a:xfrm>
          <a:prstGeom prst="ellipse">
            <a:avLst/>
          </a:prstGeom>
          <a:solidFill>
            <a:srgbClr val="004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AAC7B06C-8692-3BD1-A955-99A5CB37CF6A}"/>
              </a:ext>
            </a:extLst>
          </p:cNvPr>
          <p:cNvSpPr/>
          <p:nvPr userDrawn="1"/>
        </p:nvSpPr>
        <p:spPr bwMode="invGray">
          <a:xfrm>
            <a:off x="7454970" y="3714473"/>
            <a:ext cx="863600" cy="8636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0" name="Textplatzhalter 43">
            <a:extLst>
              <a:ext uri="{FF2B5EF4-FFF2-40B4-BE49-F238E27FC236}">
                <a16:creationId xmlns:a16="http://schemas.microsoft.com/office/drawing/2014/main" id="{4E6824AE-1420-233B-CE57-7518B82CD6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254838F4-7EE5-0E7E-5B64-9D1A91BA8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5FD96284-6E74-6F3B-A0FC-9FFF06065796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12DFA9C0-DC9F-5665-FD5D-804F2658143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11C00325-B0D0-7F40-6111-C4FCB271D8F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5794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Vollflächig (Grün)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ihandform: Form 2">
            <a:extLst>
              <a:ext uri="{FF2B5EF4-FFF2-40B4-BE49-F238E27FC236}">
                <a16:creationId xmlns:a16="http://schemas.microsoft.com/office/drawing/2014/main" id="{20B46553-32CB-1B36-3B31-33E385E06FDC}"/>
              </a:ext>
            </a:extLst>
          </p:cNvPr>
          <p:cNvSpPr/>
          <p:nvPr userDrawn="1"/>
        </p:nvSpPr>
        <p:spPr bwMode="invGray">
          <a:xfrm>
            <a:off x="8961392" y="3141662"/>
            <a:ext cx="3230608" cy="3716338"/>
          </a:xfrm>
          <a:custGeom>
            <a:avLst/>
            <a:gdLst>
              <a:gd name="connsiteX0" fmla="*/ 2500112 w 3230608"/>
              <a:gd name="connsiteY0" fmla="*/ 0 h 3716338"/>
              <a:gd name="connsiteX1" fmla="*/ 3003972 w 3230608"/>
              <a:gd name="connsiteY1" fmla="*/ 50794 h 3716338"/>
              <a:gd name="connsiteX2" fmla="*/ 3230608 w 3230608"/>
              <a:gd name="connsiteY2" fmla="*/ 109068 h 3716338"/>
              <a:gd name="connsiteX3" fmla="*/ 3230608 w 3230608"/>
              <a:gd name="connsiteY3" fmla="*/ 3716338 h 3716338"/>
              <a:gd name="connsiteX4" fmla="*/ 316649 w 3230608"/>
              <a:gd name="connsiteY4" fmla="*/ 3716338 h 3716338"/>
              <a:gd name="connsiteX5" fmla="*/ 301750 w 3230608"/>
              <a:gd name="connsiteY5" fmla="*/ 3691814 h 3716338"/>
              <a:gd name="connsiteX6" fmla="*/ 0 w 3230608"/>
              <a:gd name="connsiteY6" fmla="*/ 2500112 h 3716338"/>
              <a:gd name="connsiteX7" fmla="*/ 2500112 w 3230608"/>
              <a:gd name="connsiteY7" fmla="*/ 0 h 371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0608" h="3716338">
                <a:moveTo>
                  <a:pt x="2500112" y="0"/>
                </a:moveTo>
                <a:cubicBezTo>
                  <a:pt x="2672709" y="0"/>
                  <a:pt x="2841221" y="17490"/>
                  <a:pt x="3003972" y="50794"/>
                </a:cubicBezTo>
                <a:lnTo>
                  <a:pt x="3230608" y="109068"/>
                </a:lnTo>
                <a:lnTo>
                  <a:pt x="3230608" y="3716338"/>
                </a:lnTo>
                <a:lnTo>
                  <a:pt x="316649" y="3716338"/>
                </a:lnTo>
                <a:lnTo>
                  <a:pt x="301750" y="3691814"/>
                </a:lnTo>
                <a:cubicBezTo>
                  <a:pt x="109310" y="3337565"/>
                  <a:pt x="0" y="2931604"/>
                  <a:pt x="0" y="2500112"/>
                </a:cubicBezTo>
                <a:cubicBezTo>
                  <a:pt x="0" y="1119338"/>
                  <a:pt x="1119338" y="0"/>
                  <a:pt x="2500112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B642D93-432E-73AC-E72C-88D452389D69}"/>
              </a:ext>
            </a:extLst>
          </p:cNvPr>
          <p:cNvSpPr/>
          <p:nvPr userDrawn="1"/>
        </p:nvSpPr>
        <p:spPr bwMode="invGray">
          <a:xfrm>
            <a:off x="8688388" y="2276475"/>
            <a:ext cx="1911032" cy="1911032"/>
          </a:xfrm>
          <a:prstGeom prst="ellipse">
            <a:avLst/>
          </a:prstGeom>
          <a:solidFill>
            <a:srgbClr val="004C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A99FBF3-E1F0-A71F-0773-109ED699FA7F}"/>
              </a:ext>
            </a:extLst>
          </p:cNvPr>
          <p:cNvSpPr/>
          <p:nvPr userDrawn="1"/>
        </p:nvSpPr>
        <p:spPr bwMode="invGray">
          <a:xfrm>
            <a:off x="7454970" y="3714473"/>
            <a:ext cx="863600" cy="863600"/>
          </a:xfrm>
          <a:prstGeom prst="ellips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2" name="Textplatzhalter 43">
            <a:extLst>
              <a:ext uri="{FF2B5EF4-FFF2-40B4-BE49-F238E27FC236}">
                <a16:creationId xmlns:a16="http://schemas.microsoft.com/office/drawing/2014/main" id="{0E00F217-83D0-80DE-DA62-573E62EE426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8"/>
            <a:r>
              <a:rPr lang="de-DE" dirty="0"/>
              <a:t>Name, Vorname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BC30BE3-4534-CF3A-3D34-E37C82ECE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inv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82E4255B-E845-ABB4-6796-C40D692F8E17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37BCF9F-C4A0-65BA-82A4-1DF63F3C469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DF8530E4-2ACD-6544-8F99-D89E01203C0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 bwMode="invGray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428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Vollflächig (Weiß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6029608-2348-42CE-7500-97C64D163C4C}"/>
              </a:ext>
            </a:extLst>
          </p:cNvPr>
          <p:cNvSpPr/>
          <p:nvPr userDrawn="1"/>
        </p:nvSpPr>
        <p:spPr bwMode="invGray">
          <a:xfrm>
            <a:off x="8961392" y="3141662"/>
            <a:ext cx="3230608" cy="3716338"/>
          </a:xfrm>
          <a:custGeom>
            <a:avLst/>
            <a:gdLst>
              <a:gd name="connsiteX0" fmla="*/ 2500112 w 3230608"/>
              <a:gd name="connsiteY0" fmla="*/ 0 h 3716338"/>
              <a:gd name="connsiteX1" fmla="*/ 3003972 w 3230608"/>
              <a:gd name="connsiteY1" fmla="*/ 50794 h 3716338"/>
              <a:gd name="connsiteX2" fmla="*/ 3230608 w 3230608"/>
              <a:gd name="connsiteY2" fmla="*/ 109068 h 3716338"/>
              <a:gd name="connsiteX3" fmla="*/ 3230608 w 3230608"/>
              <a:gd name="connsiteY3" fmla="*/ 3716338 h 3716338"/>
              <a:gd name="connsiteX4" fmla="*/ 316649 w 3230608"/>
              <a:gd name="connsiteY4" fmla="*/ 3716338 h 3716338"/>
              <a:gd name="connsiteX5" fmla="*/ 301750 w 3230608"/>
              <a:gd name="connsiteY5" fmla="*/ 3691814 h 3716338"/>
              <a:gd name="connsiteX6" fmla="*/ 0 w 3230608"/>
              <a:gd name="connsiteY6" fmla="*/ 2500112 h 3716338"/>
              <a:gd name="connsiteX7" fmla="*/ 2500112 w 3230608"/>
              <a:gd name="connsiteY7" fmla="*/ 0 h 3716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30608" h="3716338">
                <a:moveTo>
                  <a:pt x="2500112" y="0"/>
                </a:moveTo>
                <a:cubicBezTo>
                  <a:pt x="2672709" y="0"/>
                  <a:pt x="2841221" y="17490"/>
                  <a:pt x="3003972" y="50794"/>
                </a:cubicBezTo>
                <a:lnTo>
                  <a:pt x="3230608" y="109068"/>
                </a:lnTo>
                <a:lnTo>
                  <a:pt x="3230608" y="3716338"/>
                </a:lnTo>
                <a:lnTo>
                  <a:pt x="316649" y="3716338"/>
                </a:lnTo>
                <a:lnTo>
                  <a:pt x="301750" y="3691814"/>
                </a:lnTo>
                <a:cubicBezTo>
                  <a:pt x="109310" y="3337565"/>
                  <a:pt x="0" y="2931604"/>
                  <a:pt x="0" y="2500112"/>
                </a:cubicBezTo>
                <a:cubicBezTo>
                  <a:pt x="0" y="1119338"/>
                  <a:pt x="1119338" y="0"/>
                  <a:pt x="2500112" y="0"/>
                </a:cubicBezTo>
                <a:close/>
              </a:path>
            </a:pathLst>
          </a:custGeom>
          <a:solidFill>
            <a:schemeClr val="accent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/>
            <a:endParaRPr lang="de-DE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88145AE6-E388-212C-A4F6-E6831E4C753C}"/>
              </a:ext>
            </a:extLst>
          </p:cNvPr>
          <p:cNvGrpSpPr/>
          <p:nvPr userDrawn="1"/>
        </p:nvGrpSpPr>
        <p:grpSpPr bwMode="inv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A8AAB64A-6482-0FD1-5983-5F2389AC27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BD9D2BB6-D6F4-784A-6BC0-F14932832E0C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11193412" y="6309945"/>
              <a:ext cx="13421" cy="622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481FADD8-2D61-6F63-9F51-D6AA7F1F671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27CE942F-587A-CAD7-DE45-5D4B35C9350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D555980C-ADED-AFFC-D854-B31468E17E3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091ED9D3-D295-5273-7C67-BD6A69CF5A0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D88DBA55-9BB3-E661-C2A1-390E2F076865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7" name="Ellipse 16">
            <a:extLst>
              <a:ext uri="{FF2B5EF4-FFF2-40B4-BE49-F238E27FC236}">
                <a16:creationId xmlns:a16="http://schemas.microsoft.com/office/drawing/2014/main" id="{241E509D-4BCB-008A-898B-2D9C24447D5C}"/>
              </a:ext>
            </a:extLst>
          </p:cNvPr>
          <p:cNvSpPr/>
          <p:nvPr userDrawn="1"/>
        </p:nvSpPr>
        <p:spPr bwMode="invGray">
          <a:xfrm>
            <a:off x="8688388" y="2276475"/>
            <a:ext cx="1911032" cy="1911032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1F05878-AEB6-C6D6-626B-04020688A86D}"/>
              </a:ext>
            </a:extLst>
          </p:cNvPr>
          <p:cNvSpPr/>
          <p:nvPr userDrawn="1"/>
        </p:nvSpPr>
        <p:spPr bwMode="invGray">
          <a:xfrm>
            <a:off x="7454970" y="3714473"/>
            <a:ext cx="863600" cy="863600"/>
          </a:xfrm>
          <a:prstGeom prst="ellips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08000" rtlCol="0" anchor="t"/>
          <a:lstStyle/>
          <a:p>
            <a:pPr algn="l"/>
            <a:endParaRPr lang="en-US"/>
          </a:p>
        </p:txBody>
      </p:sp>
      <p:sp>
        <p:nvSpPr>
          <p:cNvPr id="2" name="Textplatzhalter 43">
            <a:extLst>
              <a:ext uri="{FF2B5EF4-FFF2-40B4-BE49-F238E27FC236}">
                <a16:creationId xmlns:a16="http://schemas.microsoft.com/office/drawing/2014/main" id="{59F9F159-59D7-4247-5AD7-15FC905E0F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627340" y="5300497"/>
            <a:ext cx="1633616" cy="433553"/>
          </a:xfrm>
          <a:solidFill>
            <a:schemeClr val="accent4"/>
          </a:solidFill>
        </p:spPr>
        <p:txBody>
          <a:bodyPr wrap="none" lIns="144000" tIns="108000" rIns="144000" bIns="108000" anchor="t" anchorCtr="0">
            <a:sp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0" indent="0">
              <a:buNone/>
              <a:defRPr b="1">
                <a:solidFill>
                  <a:schemeClr val="bg1"/>
                </a:solidFill>
              </a:defRPr>
            </a:lvl3pPr>
            <a:lvl4pPr marL="0" indent="0">
              <a:buNone/>
              <a:defRPr b="1">
                <a:solidFill>
                  <a:schemeClr val="bg1"/>
                </a:solidFill>
              </a:defRPr>
            </a:lvl4pPr>
            <a:lvl5pPr marL="0" indent="0">
              <a:buNone/>
              <a:defRPr b="1">
                <a:solidFill>
                  <a:schemeClr val="bg1"/>
                </a:solidFill>
              </a:defRPr>
            </a:lvl5pPr>
            <a:lvl6pPr marL="0" indent="0">
              <a:buNone/>
              <a:defRPr b="1">
                <a:solidFill>
                  <a:schemeClr val="bg1"/>
                </a:solidFill>
              </a:defRPr>
            </a:lvl6pPr>
            <a:lvl7pPr>
              <a:defRPr sz="1400">
                <a:solidFill>
                  <a:schemeClr val="bg1"/>
                </a:solidFill>
              </a:defRPr>
            </a:lvl7pPr>
            <a:lvl8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8pPr>
            <a:lvl9pPr>
              <a:defRPr sz="1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Name, Vorname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DBA6960-B0BB-63E3-F34B-0CD18B9C1D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22299" y="1989138"/>
            <a:ext cx="6626226" cy="2879726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ysClr val="windowText" lastClr="000000"/>
                </a:solidFill>
              </a:defRPr>
            </a:lvl1pPr>
          </a:lstStyle>
          <a:p>
            <a:r>
              <a:rPr lang="de-DE" dirty="0"/>
              <a:t>„Hier steht ein Zitat“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FF1F3F38-DB19-9208-370B-3A3B7F46EB4B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invGray"/>
        <p:txBody>
          <a:bodyPr/>
          <a:lstStyle/>
          <a:p>
            <a:endParaRPr lang="de-DE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EFCD1F63-9135-2E68-F452-22D1B506F2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51097356-216C-399C-E22A-E62D58EC1D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invGray"/>
        <p:txBody>
          <a:bodyPr/>
          <a:lstStyle/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2003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enplatzhalter 4">
            <a:extLst>
              <a:ext uri="{FF2B5EF4-FFF2-40B4-BE49-F238E27FC236}">
                <a16:creationId xmlns:a16="http://schemas.microsoft.com/office/drawing/2014/main" id="{266D5AE3-45FC-5FA2-237F-70D85262EE1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 bwMode="gray">
          <a:xfrm>
            <a:off x="0" y="0"/>
            <a:ext cx="12192000" cy="6858000"/>
          </a:xfrm>
        </p:spPr>
        <p:txBody>
          <a:bodyPr tIns="720000" anchor="ctr" anchorCtr="0"/>
          <a:lstStyle>
            <a:lvl1pPr algn="ctr">
              <a:defRPr/>
            </a:lvl1pPr>
          </a:lstStyle>
          <a:p>
            <a:r>
              <a:rPr lang="de-DE" dirty="0"/>
              <a:t>Video durch klicken auf das Symbol ein.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C7E65B4E-F46D-1659-6123-E90F28850302}"/>
              </a:ext>
            </a:extLst>
          </p:cNvPr>
          <p:cNvSpPr>
            <a:spLocks noGrp="1"/>
          </p:cNvSpPr>
          <p:nvPr>
            <p:ph type="dt" sz="half" idx="11"/>
          </p:nvPr>
        </p:nvSpPr>
        <p:spPr bwMode="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CE71BBF5-11C2-8C8F-6C3F-73C9E85EACC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156711A6-C270-F5B7-F037-228FC4ECCF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 bwMode="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92552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9EFA111-99AC-8D65-C4FF-D3ED31EAC3FB}"/>
              </a:ext>
            </a:extLst>
          </p:cNvPr>
          <p:cNvSpPr/>
          <p:nvPr userDrawn="1"/>
        </p:nvSpPr>
        <p:spPr bwMode="invGray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B573117-2C32-7836-127C-831425604AC5}"/>
              </a:ext>
            </a:extLst>
          </p:cNvPr>
          <p:cNvGrpSpPr>
            <a:grpSpLocks noChangeAspect="1"/>
          </p:cNvGrpSpPr>
          <p:nvPr userDrawn="1"/>
        </p:nvGrpSpPr>
        <p:grpSpPr bwMode="invGray">
          <a:xfrm>
            <a:off x="5024314" y="3003773"/>
            <a:ext cx="2143372" cy="850454"/>
            <a:chOff x="2349" y="1568"/>
            <a:chExt cx="2984" cy="1184"/>
          </a:xfrm>
          <a:solidFill>
            <a:schemeClr val="bg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6ECCC98-3E60-2A58-70DA-770C0051A002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2349" y="1573"/>
              <a:ext cx="233" cy="255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F83E1704-7E5A-6DF3-C4FF-518CD0CE6A7F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2620" y="1573"/>
              <a:ext cx="55" cy="2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F157A33-0E00-61BC-4CE5-5AE285A500F4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2725" y="1573"/>
              <a:ext cx="218" cy="255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106E98F-5B4C-2EF9-BF09-038958BC744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976" y="1573"/>
              <a:ext cx="190" cy="255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1C75079-B934-9F03-E916-80616BD2B27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193" y="1568"/>
              <a:ext cx="232" cy="265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13AAC0C-20AE-EC98-3B96-495D863E2D1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440" y="1573"/>
              <a:ext cx="209" cy="255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F80FE10-533A-ABA4-B27C-CCE6A0D750E0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2813" y="1578"/>
              <a:ext cx="2520" cy="91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3642798-447B-A650-7F6B-13845B5ADACD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2829" y="2585"/>
              <a:ext cx="117" cy="136"/>
            </a:xfrm>
            <a:custGeom>
              <a:avLst/>
              <a:gdLst>
                <a:gd name="T0" fmla="*/ 19 w 49"/>
                <a:gd name="T1" fmla="*/ 57 h 57"/>
                <a:gd name="T2" fmla="*/ 0 w 49"/>
                <a:gd name="T3" fmla="*/ 57 h 57"/>
                <a:gd name="T4" fmla="*/ 0 w 49"/>
                <a:gd name="T5" fmla="*/ 0 h 57"/>
                <a:gd name="T6" fmla="*/ 19 w 49"/>
                <a:gd name="T7" fmla="*/ 0 h 57"/>
                <a:gd name="T8" fmla="*/ 49 w 49"/>
                <a:gd name="T9" fmla="*/ 28 h 57"/>
                <a:gd name="T10" fmla="*/ 49 w 49"/>
                <a:gd name="T11" fmla="*/ 28 h 57"/>
                <a:gd name="T12" fmla="*/ 19 w 49"/>
                <a:gd name="T13" fmla="*/ 57 h 57"/>
                <a:gd name="T14" fmla="*/ 45 w 49"/>
                <a:gd name="T15" fmla="*/ 28 h 57"/>
                <a:gd name="T16" fmla="*/ 19 w 49"/>
                <a:gd name="T17" fmla="*/ 4 h 57"/>
                <a:gd name="T18" fmla="*/ 5 w 49"/>
                <a:gd name="T19" fmla="*/ 4 h 57"/>
                <a:gd name="T20" fmla="*/ 5 w 49"/>
                <a:gd name="T21" fmla="*/ 53 h 57"/>
                <a:gd name="T22" fmla="*/ 19 w 49"/>
                <a:gd name="T23" fmla="*/ 53 h 57"/>
                <a:gd name="T24" fmla="*/ 45 w 49"/>
                <a:gd name="T25" fmla="*/ 2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9" h="57">
                  <a:moveTo>
                    <a:pt x="19" y="57"/>
                  </a:moveTo>
                  <a:cubicBezTo>
                    <a:pt x="0" y="57"/>
                    <a:pt x="0" y="57"/>
                    <a:pt x="0" y="5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37" y="0"/>
                    <a:pt x="49" y="12"/>
                    <a:pt x="49" y="28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44"/>
                    <a:pt x="37" y="57"/>
                    <a:pt x="19" y="57"/>
                  </a:cubicBezTo>
                  <a:close/>
                  <a:moveTo>
                    <a:pt x="45" y="28"/>
                  </a:moveTo>
                  <a:cubicBezTo>
                    <a:pt x="45" y="15"/>
                    <a:pt x="35" y="4"/>
                    <a:pt x="19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35" y="53"/>
                    <a:pt x="45" y="42"/>
                    <a:pt x="45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7A0990F-F74C-7A01-B462-5D9965DF33B3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2979" y="2582"/>
              <a:ext cx="12" cy="139"/>
            </a:xfrm>
            <a:custGeom>
              <a:avLst/>
              <a:gdLst>
                <a:gd name="T0" fmla="*/ 0 w 12"/>
                <a:gd name="T1" fmla="*/ 15 h 139"/>
                <a:gd name="T2" fmla="*/ 0 w 12"/>
                <a:gd name="T3" fmla="*/ 0 h 139"/>
                <a:gd name="T4" fmla="*/ 12 w 12"/>
                <a:gd name="T5" fmla="*/ 0 h 139"/>
                <a:gd name="T6" fmla="*/ 12 w 12"/>
                <a:gd name="T7" fmla="*/ 15 h 139"/>
                <a:gd name="T8" fmla="*/ 0 w 12"/>
                <a:gd name="T9" fmla="*/ 15 h 139"/>
                <a:gd name="T10" fmla="*/ 2 w 12"/>
                <a:gd name="T11" fmla="*/ 139 h 139"/>
                <a:gd name="T12" fmla="*/ 2 w 12"/>
                <a:gd name="T13" fmla="*/ 38 h 139"/>
                <a:gd name="T14" fmla="*/ 9 w 12"/>
                <a:gd name="T15" fmla="*/ 38 h 139"/>
                <a:gd name="T16" fmla="*/ 9 w 12"/>
                <a:gd name="T17" fmla="*/ 139 h 139"/>
                <a:gd name="T18" fmla="*/ 2 w 12"/>
                <a:gd name="T1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9">
                  <a:moveTo>
                    <a:pt x="0" y="15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5"/>
                  </a:lnTo>
                  <a:lnTo>
                    <a:pt x="0" y="15"/>
                  </a:lnTo>
                  <a:close/>
                  <a:moveTo>
                    <a:pt x="2" y="139"/>
                  </a:moveTo>
                  <a:lnTo>
                    <a:pt x="2" y="38"/>
                  </a:lnTo>
                  <a:lnTo>
                    <a:pt x="9" y="38"/>
                  </a:lnTo>
                  <a:lnTo>
                    <a:pt x="9" y="139"/>
                  </a:lnTo>
                  <a:lnTo>
                    <a:pt x="2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04E5151-9014-DE19-7C1B-88DB0A9E5904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019" y="2620"/>
              <a:ext cx="83" cy="103"/>
            </a:xfrm>
            <a:custGeom>
              <a:avLst/>
              <a:gdLst>
                <a:gd name="T0" fmla="*/ 32 w 35"/>
                <a:gd name="T1" fmla="*/ 42 h 43"/>
                <a:gd name="T2" fmla="*/ 32 w 35"/>
                <a:gd name="T3" fmla="*/ 35 h 43"/>
                <a:gd name="T4" fmla="*/ 16 w 35"/>
                <a:gd name="T5" fmla="*/ 43 h 43"/>
                <a:gd name="T6" fmla="*/ 0 w 35"/>
                <a:gd name="T7" fmla="*/ 30 h 43"/>
                <a:gd name="T8" fmla="*/ 0 w 35"/>
                <a:gd name="T9" fmla="*/ 30 h 43"/>
                <a:gd name="T10" fmla="*/ 18 w 35"/>
                <a:gd name="T11" fmla="*/ 16 h 43"/>
                <a:gd name="T12" fmla="*/ 32 w 35"/>
                <a:gd name="T13" fmla="*/ 18 h 43"/>
                <a:gd name="T14" fmla="*/ 32 w 35"/>
                <a:gd name="T15" fmla="*/ 16 h 43"/>
                <a:gd name="T16" fmla="*/ 18 w 35"/>
                <a:gd name="T17" fmla="*/ 3 h 43"/>
                <a:gd name="T18" fmla="*/ 5 w 35"/>
                <a:gd name="T19" fmla="*/ 7 h 43"/>
                <a:gd name="T20" fmla="*/ 3 w 35"/>
                <a:gd name="T21" fmla="*/ 3 h 43"/>
                <a:gd name="T22" fmla="*/ 18 w 35"/>
                <a:gd name="T23" fmla="*/ 0 h 43"/>
                <a:gd name="T24" fmla="*/ 35 w 35"/>
                <a:gd name="T25" fmla="*/ 16 h 43"/>
                <a:gd name="T26" fmla="*/ 35 w 35"/>
                <a:gd name="T27" fmla="*/ 42 h 43"/>
                <a:gd name="T28" fmla="*/ 32 w 35"/>
                <a:gd name="T29" fmla="*/ 42 h 43"/>
                <a:gd name="T30" fmla="*/ 32 w 35"/>
                <a:gd name="T31" fmla="*/ 21 h 43"/>
                <a:gd name="T32" fmla="*/ 18 w 35"/>
                <a:gd name="T33" fmla="*/ 20 h 43"/>
                <a:gd name="T34" fmla="*/ 4 w 35"/>
                <a:gd name="T35" fmla="*/ 29 h 43"/>
                <a:gd name="T36" fmla="*/ 4 w 35"/>
                <a:gd name="T37" fmla="*/ 29 h 43"/>
                <a:gd name="T38" fmla="*/ 16 w 35"/>
                <a:gd name="T39" fmla="*/ 39 h 43"/>
                <a:gd name="T40" fmla="*/ 32 w 35"/>
                <a:gd name="T41" fmla="*/ 26 h 43"/>
                <a:gd name="T42" fmla="*/ 32 w 35"/>
                <a:gd name="T43" fmla="*/ 2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5" h="43">
                  <a:moveTo>
                    <a:pt x="32" y="42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29" y="39"/>
                    <a:pt x="24" y="43"/>
                    <a:pt x="16" y="43"/>
                  </a:cubicBezTo>
                  <a:cubicBezTo>
                    <a:pt x="8" y="43"/>
                    <a:pt x="0" y="38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1"/>
                    <a:pt x="7" y="16"/>
                    <a:pt x="18" y="16"/>
                  </a:cubicBezTo>
                  <a:cubicBezTo>
                    <a:pt x="24" y="16"/>
                    <a:pt x="28" y="17"/>
                    <a:pt x="32" y="1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8"/>
                    <a:pt x="26" y="3"/>
                    <a:pt x="18" y="3"/>
                  </a:cubicBezTo>
                  <a:cubicBezTo>
                    <a:pt x="13" y="3"/>
                    <a:pt x="9" y="5"/>
                    <a:pt x="5" y="7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8" y="1"/>
                    <a:pt x="12" y="0"/>
                    <a:pt x="18" y="0"/>
                  </a:cubicBezTo>
                  <a:cubicBezTo>
                    <a:pt x="29" y="0"/>
                    <a:pt x="35" y="5"/>
                    <a:pt x="35" y="16"/>
                  </a:cubicBezTo>
                  <a:cubicBezTo>
                    <a:pt x="35" y="42"/>
                    <a:pt x="35" y="42"/>
                    <a:pt x="35" y="42"/>
                  </a:cubicBezTo>
                  <a:lnTo>
                    <a:pt x="32" y="42"/>
                  </a:lnTo>
                  <a:close/>
                  <a:moveTo>
                    <a:pt x="32" y="21"/>
                  </a:moveTo>
                  <a:cubicBezTo>
                    <a:pt x="28" y="21"/>
                    <a:pt x="24" y="20"/>
                    <a:pt x="18" y="20"/>
                  </a:cubicBezTo>
                  <a:cubicBezTo>
                    <a:pt x="9" y="20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5"/>
                    <a:pt x="10" y="39"/>
                    <a:pt x="16" y="39"/>
                  </a:cubicBezTo>
                  <a:cubicBezTo>
                    <a:pt x="24" y="39"/>
                    <a:pt x="32" y="34"/>
                    <a:pt x="32" y="26"/>
                  </a:cubicBezTo>
                  <a:lnTo>
                    <a:pt x="3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2D5CB8A3-B86B-77EC-EF45-6D1BDFB87B8A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3138" y="2577"/>
              <a:ext cx="9" cy="144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A181E89-DCF1-5648-4EF6-25FBE50B63C2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178" y="2618"/>
              <a:ext cx="102" cy="105"/>
            </a:xfrm>
            <a:custGeom>
              <a:avLst/>
              <a:gdLst>
                <a:gd name="T0" fmla="*/ 21 w 43"/>
                <a:gd name="T1" fmla="*/ 44 h 44"/>
                <a:gd name="T2" fmla="*/ 0 w 43"/>
                <a:gd name="T3" fmla="*/ 22 h 44"/>
                <a:gd name="T4" fmla="*/ 0 w 43"/>
                <a:gd name="T5" fmla="*/ 22 h 44"/>
                <a:gd name="T6" fmla="*/ 21 w 43"/>
                <a:gd name="T7" fmla="*/ 0 h 44"/>
                <a:gd name="T8" fmla="*/ 43 w 43"/>
                <a:gd name="T9" fmla="*/ 22 h 44"/>
                <a:gd name="T10" fmla="*/ 43 w 43"/>
                <a:gd name="T11" fmla="*/ 22 h 44"/>
                <a:gd name="T12" fmla="*/ 21 w 43"/>
                <a:gd name="T13" fmla="*/ 44 h 44"/>
                <a:gd name="T14" fmla="*/ 38 w 43"/>
                <a:gd name="T15" fmla="*/ 22 h 44"/>
                <a:gd name="T16" fmla="*/ 21 w 43"/>
                <a:gd name="T17" fmla="*/ 4 h 44"/>
                <a:gd name="T18" fmla="*/ 4 w 43"/>
                <a:gd name="T19" fmla="*/ 22 h 44"/>
                <a:gd name="T20" fmla="*/ 4 w 43"/>
                <a:gd name="T21" fmla="*/ 22 h 44"/>
                <a:gd name="T22" fmla="*/ 21 w 43"/>
                <a:gd name="T23" fmla="*/ 40 h 44"/>
                <a:gd name="T24" fmla="*/ 38 w 43"/>
                <a:gd name="T25" fmla="*/ 2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44">
                  <a:moveTo>
                    <a:pt x="21" y="44"/>
                  </a:moveTo>
                  <a:cubicBezTo>
                    <a:pt x="9" y="44"/>
                    <a:pt x="0" y="34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1" y="0"/>
                  </a:cubicBezTo>
                  <a:cubicBezTo>
                    <a:pt x="34" y="0"/>
                    <a:pt x="43" y="10"/>
                    <a:pt x="43" y="22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3" y="34"/>
                    <a:pt x="34" y="44"/>
                    <a:pt x="21" y="44"/>
                  </a:cubicBezTo>
                  <a:close/>
                  <a:moveTo>
                    <a:pt x="38" y="22"/>
                  </a:moveTo>
                  <a:cubicBezTo>
                    <a:pt x="38" y="12"/>
                    <a:pt x="31" y="4"/>
                    <a:pt x="21" y="4"/>
                  </a:cubicBezTo>
                  <a:cubicBezTo>
                    <a:pt x="12" y="4"/>
                    <a:pt x="4" y="12"/>
                    <a:pt x="4" y="22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32"/>
                    <a:pt x="12" y="40"/>
                    <a:pt x="21" y="40"/>
                  </a:cubicBezTo>
                  <a:cubicBezTo>
                    <a:pt x="31" y="40"/>
                    <a:pt x="38" y="32"/>
                    <a:pt x="3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03680FD-5C57-333C-503F-E3E7393B0617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302" y="2618"/>
              <a:ext cx="97" cy="134"/>
            </a:xfrm>
            <a:custGeom>
              <a:avLst/>
              <a:gdLst>
                <a:gd name="T0" fmla="*/ 21 w 41"/>
                <a:gd name="T1" fmla="*/ 56 h 56"/>
                <a:gd name="T2" fmla="*/ 2 w 41"/>
                <a:gd name="T3" fmla="*/ 50 h 56"/>
                <a:gd name="T4" fmla="*/ 5 w 41"/>
                <a:gd name="T5" fmla="*/ 46 h 56"/>
                <a:gd name="T6" fmla="*/ 21 w 41"/>
                <a:gd name="T7" fmla="*/ 52 h 56"/>
                <a:gd name="T8" fmla="*/ 37 w 41"/>
                <a:gd name="T9" fmla="*/ 36 h 56"/>
                <a:gd name="T10" fmla="*/ 37 w 41"/>
                <a:gd name="T11" fmla="*/ 30 h 56"/>
                <a:gd name="T12" fmla="*/ 20 w 41"/>
                <a:gd name="T13" fmla="*/ 40 h 56"/>
                <a:gd name="T14" fmla="*/ 0 w 41"/>
                <a:gd name="T15" fmla="*/ 20 h 56"/>
                <a:gd name="T16" fmla="*/ 0 w 41"/>
                <a:gd name="T17" fmla="*/ 20 h 56"/>
                <a:gd name="T18" fmla="*/ 20 w 41"/>
                <a:gd name="T19" fmla="*/ 0 h 56"/>
                <a:gd name="T20" fmla="*/ 37 w 41"/>
                <a:gd name="T21" fmla="*/ 10 h 56"/>
                <a:gd name="T22" fmla="*/ 37 w 41"/>
                <a:gd name="T23" fmla="*/ 1 h 56"/>
                <a:gd name="T24" fmla="*/ 41 w 41"/>
                <a:gd name="T25" fmla="*/ 1 h 56"/>
                <a:gd name="T26" fmla="*/ 41 w 41"/>
                <a:gd name="T27" fmla="*/ 36 h 56"/>
                <a:gd name="T28" fmla="*/ 21 w 41"/>
                <a:gd name="T29" fmla="*/ 56 h 56"/>
                <a:gd name="T30" fmla="*/ 38 w 41"/>
                <a:gd name="T31" fmla="*/ 20 h 56"/>
                <a:gd name="T32" fmla="*/ 21 w 41"/>
                <a:gd name="T33" fmla="*/ 4 h 56"/>
                <a:gd name="T34" fmla="*/ 5 w 41"/>
                <a:gd name="T35" fmla="*/ 20 h 56"/>
                <a:gd name="T36" fmla="*/ 5 w 41"/>
                <a:gd name="T37" fmla="*/ 20 h 56"/>
                <a:gd name="T38" fmla="*/ 21 w 41"/>
                <a:gd name="T39" fmla="*/ 36 h 56"/>
                <a:gd name="T40" fmla="*/ 38 w 41"/>
                <a:gd name="T41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1" h="56">
                  <a:moveTo>
                    <a:pt x="21" y="56"/>
                  </a:moveTo>
                  <a:cubicBezTo>
                    <a:pt x="14" y="56"/>
                    <a:pt x="8" y="54"/>
                    <a:pt x="2" y="50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9" y="50"/>
                    <a:pt x="15" y="52"/>
                    <a:pt x="21" y="52"/>
                  </a:cubicBezTo>
                  <a:cubicBezTo>
                    <a:pt x="31" y="52"/>
                    <a:pt x="37" y="47"/>
                    <a:pt x="37" y="36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4" y="35"/>
                    <a:pt x="28" y="40"/>
                    <a:pt x="20" y="40"/>
                  </a:cubicBezTo>
                  <a:cubicBezTo>
                    <a:pt x="10" y="40"/>
                    <a:pt x="0" y="32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10" y="0"/>
                    <a:pt x="20" y="0"/>
                  </a:cubicBezTo>
                  <a:cubicBezTo>
                    <a:pt x="28" y="0"/>
                    <a:pt x="34" y="5"/>
                    <a:pt x="37" y="10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49"/>
                    <a:pt x="33" y="56"/>
                    <a:pt x="21" y="56"/>
                  </a:cubicBezTo>
                  <a:close/>
                  <a:moveTo>
                    <a:pt x="38" y="20"/>
                  </a:moveTo>
                  <a:cubicBezTo>
                    <a:pt x="38" y="10"/>
                    <a:pt x="29" y="4"/>
                    <a:pt x="21" y="4"/>
                  </a:cubicBezTo>
                  <a:cubicBezTo>
                    <a:pt x="12" y="4"/>
                    <a:pt x="5" y="1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9"/>
                    <a:pt x="12" y="36"/>
                    <a:pt x="21" y="36"/>
                  </a:cubicBezTo>
                  <a:cubicBezTo>
                    <a:pt x="29" y="36"/>
                    <a:pt x="38" y="29"/>
                    <a:pt x="3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E221502-3300-5749-EAC3-A65F16D8548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497" y="2585"/>
              <a:ext cx="126" cy="136"/>
            </a:xfrm>
            <a:custGeom>
              <a:avLst/>
              <a:gdLst>
                <a:gd name="T0" fmla="*/ 116 w 126"/>
                <a:gd name="T1" fmla="*/ 136 h 136"/>
                <a:gd name="T2" fmla="*/ 116 w 126"/>
                <a:gd name="T3" fmla="*/ 16 h 136"/>
                <a:gd name="T4" fmla="*/ 64 w 126"/>
                <a:gd name="T5" fmla="*/ 95 h 136"/>
                <a:gd name="T6" fmla="*/ 61 w 126"/>
                <a:gd name="T7" fmla="*/ 95 h 136"/>
                <a:gd name="T8" fmla="*/ 9 w 126"/>
                <a:gd name="T9" fmla="*/ 16 h 136"/>
                <a:gd name="T10" fmla="*/ 9 w 126"/>
                <a:gd name="T11" fmla="*/ 136 h 136"/>
                <a:gd name="T12" fmla="*/ 0 w 126"/>
                <a:gd name="T13" fmla="*/ 136 h 136"/>
                <a:gd name="T14" fmla="*/ 0 w 126"/>
                <a:gd name="T15" fmla="*/ 0 h 136"/>
                <a:gd name="T16" fmla="*/ 9 w 126"/>
                <a:gd name="T17" fmla="*/ 0 h 136"/>
                <a:gd name="T18" fmla="*/ 64 w 126"/>
                <a:gd name="T19" fmla="*/ 78 h 136"/>
                <a:gd name="T20" fmla="*/ 116 w 126"/>
                <a:gd name="T21" fmla="*/ 0 h 136"/>
                <a:gd name="T22" fmla="*/ 126 w 126"/>
                <a:gd name="T23" fmla="*/ 0 h 136"/>
                <a:gd name="T24" fmla="*/ 126 w 126"/>
                <a:gd name="T25" fmla="*/ 136 h 136"/>
                <a:gd name="T26" fmla="*/ 116 w 126"/>
                <a:gd name="T27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6" h="136">
                  <a:moveTo>
                    <a:pt x="116" y="136"/>
                  </a:moveTo>
                  <a:lnTo>
                    <a:pt x="116" y="16"/>
                  </a:lnTo>
                  <a:lnTo>
                    <a:pt x="64" y="95"/>
                  </a:lnTo>
                  <a:lnTo>
                    <a:pt x="61" y="95"/>
                  </a:lnTo>
                  <a:lnTo>
                    <a:pt x="9" y="16"/>
                  </a:lnTo>
                  <a:lnTo>
                    <a:pt x="9" y="136"/>
                  </a:lnTo>
                  <a:lnTo>
                    <a:pt x="0" y="136"/>
                  </a:lnTo>
                  <a:lnTo>
                    <a:pt x="0" y="0"/>
                  </a:lnTo>
                  <a:lnTo>
                    <a:pt x="9" y="0"/>
                  </a:lnTo>
                  <a:lnTo>
                    <a:pt x="64" y="78"/>
                  </a:lnTo>
                  <a:lnTo>
                    <a:pt x="116" y="0"/>
                  </a:lnTo>
                  <a:lnTo>
                    <a:pt x="126" y="0"/>
                  </a:lnTo>
                  <a:lnTo>
                    <a:pt x="126" y="136"/>
                  </a:lnTo>
                  <a:lnTo>
                    <a:pt x="116" y="1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D046604-7434-E366-7F38-C9DC53988B22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653" y="2620"/>
              <a:ext cx="86" cy="103"/>
            </a:xfrm>
            <a:custGeom>
              <a:avLst/>
              <a:gdLst>
                <a:gd name="T0" fmla="*/ 32 w 36"/>
                <a:gd name="T1" fmla="*/ 42 h 43"/>
                <a:gd name="T2" fmla="*/ 32 w 36"/>
                <a:gd name="T3" fmla="*/ 35 h 43"/>
                <a:gd name="T4" fmla="*/ 16 w 36"/>
                <a:gd name="T5" fmla="*/ 43 h 43"/>
                <a:gd name="T6" fmla="*/ 0 w 36"/>
                <a:gd name="T7" fmla="*/ 30 h 43"/>
                <a:gd name="T8" fmla="*/ 0 w 36"/>
                <a:gd name="T9" fmla="*/ 30 h 43"/>
                <a:gd name="T10" fmla="*/ 18 w 36"/>
                <a:gd name="T11" fmla="*/ 16 h 43"/>
                <a:gd name="T12" fmla="*/ 32 w 36"/>
                <a:gd name="T13" fmla="*/ 18 h 43"/>
                <a:gd name="T14" fmla="*/ 32 w 36"/>
                <a:gd name="T15" fmla="*/ 16 h 43"/>
                <a:gd name="T16" fmla="*/ 18 w 36"/>
                <a:gd name="T17" fmla="*/ 3 h 43"/>
                <a:gd name="T18" fmla="*/ 5 w 36"/>
                <a:gd name="T19" fmla="*/ 7 h 43"/>
                <a:gd name="T20" fmla="*/ 4 w 36"/>
                <a:gd name="T21" fmla="*/ 3 h 43"/>
                <a:gd name="T22" fmla="*/ 18 w 36"/>
                <a:gd name="T23" fmla="*/ 0 h 43"/>
                <a:gd name="T24" fmla="*/ 36 w 36"/>
                <a:gd name="T25" fmla="*/ 16 h 43"/>
                <a:gd name="T26" fmla="*/ 36 w 36"/>
                <a:gd name="T27" fmla="*/ 42 h 43"/>
                <a:gd name="T28" fmla="*/ 32 w 36"/>
                <a:gd name="T29" fmla="*/ 42 h 43"/>
                <a:gd name="T30" fmla="*/ 32 w 36"/>
                <a:gd name="T31" fmla="*/ 21 h 43"/>
                <a:gd name="T32" fmla="*/ 18 w 36"/>
                <a:gd name="T33" fmla="*/ 20 h 43"/>
                <a:gd name="T34" fmla="*/ 4 w 36"/>
                <a:gd name="T35" fmla="*/ 29 h 43"/>
                <a:gd name="T36" fmla="*/ 4 w 36"/>
                <a:gd name="T37" fmla="*/ 29 h 43"/>
                <a:gd name="T38" fmla="*/ 16 w 36"/>
                <a:gd name="T39" fmla="*/ 39 h 43"/>
                <a:gd name="T40" fmla="*/ 32 w 36"/>
                <a:gd name="T41" fmla="*/ 26 h 43"/>
                <a:gd name="T42" fmla="*/ 32 w 36"/>
                <a:gd name="T43" fmla="*/ 2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6" h="43">
                  <a:moveTo>
                    <a:pt x="32" y="42"/>
                  </a:moveTo>
                  <a:cubicBezTo>
                    <a:pt x="32" y="35"/>
                    <a:pt x="32" y="35"/>
                    <a:pt x="32" y="35"/>
                  </a:cubicBezTo>
                  <a:cubicBezTo>
                    <a:pt x="29" y="39"/>
                    <a:pt x="24" y="43"/>
                    <a:pt x="16" y="43"/>
                  </a:cubicBezTo>
                  <a:cubicBezTo>
                    <a:pt x="8" y="43"/>
                    <a:pt x="0" y="38"/>
                    <a:pt x="0" y="30"/>
                  </a:cubicBezTo>
                  <a:cubicBezTo>
                    <a:pt x="0" y="30"/>
                    <a:pt x="0" y="30"/>
                    <a:pt x="0" y="30"/>
                  </a:cubicBezTo>
                  <a:cubicBezTo>
                    <a:pt x="0" y="21"/>
                    <a:pt x="7" y="16"/>
                    <a:pt x="18" y="16"/>
                  </a:cubicBezTo>
                  <a:cubicBezTo>
                    <a:pt x="24" y="16"/>
                    <a:pt x="28" y="17"/>
                    <a:pt x="32" y="18"/>
                  </a:cubicBezTo>
                  <a:cubicBezTo>
                    <a:pt x="32" y="16"/>
                    <a:pt x="32" y="16"/>
                    <a:pt x="32" y="16"/>
                  </a:cubicBezTo>
                  <a:cubicBezTo>
                    <a:pt x="32" y="8"/>
                    <a:pt x="27" y="3"/>
                    <a:pt x="18" y="3"/>
                  </a:cubicBezTo>
                  <a:cubicBezTo>
                    <a:pt x="13" y="3"/>
                    <a:pt x="9" y="5"/>
                    <a:pt x="5" y="7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8" y="1"/>
                    <a:pt x="13" y="0"/>
                    <a:pt x="18" y="0"/>
                  </a:cubicBezTo>
                  <a:cubicBezTo>
                    <a:pt x="29" y="0"/>
                    <a:pt x="36" y="5"/>
                    <a:pt x="36" y="16"/>
                  </a:cubicBezTo>
                  <a:cubicBezTo>
                    <a:pt x="36" y="42"/>
                    <a:pt x="36" y="42"/>
                    <a:pt x="36" y="42"/>
                  </a:cubicBezTo>
                  <a:lnTo>
                    <a:pt x="32" y="42"/>
                  </a:lnTo>
                  <a:close/>
                  <a:moveTo>
                    <a:pt x="32" y="21"/>
                  </a:moveTo>
                  <a:cubicBezTo>
                    <a:pt x="28" y="21"/>
                    <a:pt x="24" y="20"/>
                    <a:pt x="18" y="20"/>
                  </a:cubicBezTo>
                  <a:cubicBezTo>
                    <a:pt x="9" y="20"/>
                    <a:pt x="4" y="24"/>
                    <a:pt x="4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5"/>
                    <a:pt x="10" y="39"/>
                    <a:pt x="16" y="39"/>
                  </a:cubicBezTo>
                  <a:cubicBezTo>
                    <a:pt x="25" y="39"/>
                    <a:pt x="32" y="34"/>
                    <a:pt x="32" y="26"/>
                  </a:cubicBezTo>
                  <a:lnTo>
                    <a:pt x="32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D6F86ACF-F495-15A2-6283-52C4C6D0876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772" y="2618"/>
              <a:ext cx="52" cy="103"/>
            </a:xfrm>
            <a:custGeom>
              <a:avLst/>
              <a:gdLst>
                <a:gd name="T0" fmla="*/ 22 w 22"/>
                <a:gd name="T1" fmla="*/ 5 h 43"/>
                <a:gd name="T2" fmla="*/ 4 w 22"/>
                <a:gd name="T3" fmla="*/ 26 h 43"/>
                <a:gd name="T4" fmla="*/ 4 w 22"/>
                <a:gd name="T5" fmla="*/ 43 h 43"/>
                <a:gd name="T6" fmla="*/ 0 w 22"/>
                <a:gd name="T7" fmla="*/ 43 h 43"/>
                <a:gd name="T8" fmla="*/ 0 w 22"/>
                <a:gd name="T9" fmla="*/ 1 h 43"/>
                <a:gd name="T10" fmla="*/ 4 w 22"/>
                <a:gd name="T11" fmla="*/ 1 h 43"/>
                <a:gd name="T12" fmla="*/ 4 w 22"/>
                <a:gd name="T13" fmla="*/ 13 h 43"/>
                <a:gd name="T14" fmla="*/ 22 w 22"/>
                <a:gd name="T15" fmla="*/ 1 h 43"/>
                <a:gd name="T16" fmla="*/ 22 w 22"/>
                <a:gd name="T17" fmla="*/ 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43">
                  <a:moveTo>
                    <a:pt x="22" y="5"/>
                  </a:moveTo>
                  <a:cubicBezTo>
                    <a:pt x="12" y="5"/>
                    <a:pt x="4" y="12"/>
                    <a:pt x="4" y="26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7" y="6"/>
                    <a:pt x="14" y="0"/>
                    <a:pt x="22" y="1"/>
                  </a:cubicBezTo>
                  <a:cubicBezTo>
                    <a:pt x="22" y="5"/>
                    <a:pt x="22" y="5"/>
                    <a:pt x="2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A00EF00C-2F3D-C1CB-E890-119526045E5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848" y="2577"/>
              <a:ext cx="83" cy="144"/>
            </a:xfrm>
            <a:custGeom>
              <a:avLst/>
              <a:gdLst>
                <a:gd name="T0" fmla="*/ 71 w 83"/>
                <a:gd name="T1" fmla="*/ 144 h 144"/>
                <a:gd name="T2" fmla="*/ 33 w 83"/>
                <a:gd name="T3" fmla="*/ 93 h 144"/>
                <a:gd name="T4" fmla="*/ 10 w 83"/>
                <a:gd name="T5" fmla="*/ 120 h 144"/>
                <a:gd name="T6" fmla="*/ 10 w 83"/>
                <a:gd name="T7" fmla="*/ 144 h 144"/>
                <a:gd name="T8" fmla="*/ 0 w 83"/>
                <a:gd name="T9" fmla="*/ 144 h 144"/>
                <a:gd name="T10" fmla="*/ 0 w 83"/>
                <a:gd name="T11" fmla="*/ 0 h 144"/>
                <a:gd name="T12" fmla="*/ 10 w 83"/>
                <a:gd name="T13" fmla="*/ 0 h 144"/>
                <a:gd name="T14" fmla="*/ 10 w 83"/>
                <a:gd name="T15" fmla="*/ 108 h 144"/>
                <a:gd name="T16" fmla="*/ 71 w 83"/>
                <a:gd name="T17" fmla="*/ 43 h 144"/>
                <a:gd name="T18" fmla="*/ 83 w 83"/>
                <a:gd name="T19" fmla="*/ 43 h 144"/>
                <a:gd name="T20" fmla="*/ 41 w 83"/>
                <a:gd name="T21" fmla="*/ 89 h 144"/>
                <a:gd name="T22" fmla="*/ 83 w 83"/>
                <a:gd name="T23" fmla="*/ 144 h 144"/>
                <a:gd name="T24" fmla="*/ 71 w 83"/>
                <a:gd name="T2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3" h="144">
                  <a:moveTo>
                    <a:pt x="71" y="144"/>
                  </a:moveTo>
                  <a:lnTo>
                    <a:pt x="33" y="93"/>
                  </a:lnTo>
                  <a:lnTo>
                    <a:pt x="10" y="120"/>
                  </a:lnTo>
                  <a:lnTo>
                    <a:pt x="10" y="144"/>
                  </a:lnTo>
                  <a:lnTo>
                    <a:pt x="0" y="144"/>
                  </a:lnTo>
                  <a:lnTo>
                    <a:pt x="0" y="0"/>
                  </a:lnTo>
                  <a:lnTo>
                    <a:pt x="10" y="0"/>
                  </a:lnTo>
                  <a:lnTo>
                    <a:pt x="10" y="108"/>
                  </a:lnTo>
                  <a:lnTo>
                    <a:pt x="71" y="43"/>
                  </a:lnTo>
                  <a:lnTo>
                    <a:pt x="83" y="43"/>
                  </a:lnTo>
                  <a:lnTo>
                    <a:pt x="41" y="89"/>
                  </a:lnTo>
                  <a:lnTo>
                    <a:pt x="83" y="144"/>
                  </a:lnTo>
                  <a:lnTo>
                    <a:pt x="71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57EE919-A118-D496-8463-670899FC43DD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3946" y="2618"/>
              <a:ext cx="90" cy="105"/>
            </a:xfrm>
            <a:custGeom>
              <a:avLst/>
              <a:gdLst>
                <a:gd name="T0" fmla="*/ 20 w 38"/>
                <a:gd name="T1" fmla="*/ 40 h 44"/>
                <a:gd name="T2" fmla="*/ 34 w 38"/>
                <a:gd name="T3" fmla="*/ 33 h 44"/>
                <a:gd name="T4" fmla="*/ 37 w 38"/>
                <a:gd name="T5" fmla="*/ 36 h 44"/>
                <a:gd name="T6" fmla="*/ 20 w 38"/>
                <a:gd name="T7" fmla="*/ 44 h 44"/>
                <a:gd name="T8" fmla="*/ 0 w 38"/>
                <a:gd name="T9" fmla="*/ 22 h 44"/>
                <a:gd name="T10" fmla="*/ 0 w 38"/>
                <a:gd name="T11" fmla="*/ 22 h 44"/>
                <a:gd name="T12" fmla="*/ 19 w 38"/>
                <a:gd name="T13" fmla="*/ 0 h 44"/>
                <a:gd name="T14" fmla="*/ 38 w 38"/>
                <a:gd name="T15" fmla="*/ 22 h 44"/>
                <a:gd name="T16" fmla="*/ 38 w 38"/>
                <a:gd name="T17" fmla="*/ 22 h 44"/>
                <a:gd name="T18" fmla="*/ 38 w 38"/>
                <a:gd name="T19" fmla="*/ 24 h 44"/>
                <a:gd name="T20" fmla="*/ 4 w 38"/>
                <a:gd name="T21" fmla="*/ 24 h 44"/>
                <a:gd name="T22" fmla="*/ 20 w 38"/>
                <a:gd name="T23" fmla="*/ 40 h 44"/>
                <a:gd name="T24" fmla="*/ 34 w 38"/>
                <a:gd name="T25" fmla="*/ 20 h 44"/>
                <a:gd name="T26" fmla="*/ 19 w 38"/>
                <a:gd name="T27" fmla="*/ 4 h 44"/>
                <a:gd name="T28" fmla="*/ 4 w 38"/>
                <a:gd name="T29" fmla="*/ 20 h 44"/>
                <a:gd name="T30" fmla="*/ 34 w 38"/>
                <a:gd name="T31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4">
                  <a:moveTo>
                    <a:pt x="20" y="40"/>
                  </a:moveTo>
                  <a:cubicBezTo>
                    <a:pt x="26" y="40"/>
                    <a:pt x="31" y="37"/>
                    <a:pt x="34" y="33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3" y="40"/>
                    <a:pt x="28" y="44"/>
                    <a:pt x="20" y="44"/>
                  </a:cubicBezTo>
                  <a:cubicBezTo>
                    <a:pt x="9" y="44"/>
                    <a:pt x="0" y="35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8" y="0"/>
                    <a:pt x="19" y="0"/>
                  </a:cubicBezTo>
                  <a:cubicBezTo>
                    <a:pt x="31" y="0"/>
                    <a:pt x="38" y="10"/>
                    <a:pt x="38" y="22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3"/>
                    <a:pt x="38" y="23"/>
                    <a:pt x="38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34"/>
                    <a:pt x="12" y="40"/>
                    <a:pt x="20" y="40"/>
                  </a:cubicBezTo>
                  <a:close/>
                  <a:moveTo>
                    <a:pt x="34" y="20"/>
                  </a:moveTo>
                  <a:cubicBezTo>
                    <a:pt x="33" y="12"/>
                    <a:pt x="29" y="4"/>
                    <a:pt x="19" y="4"/>
                  </a:cubicBezTo>
                  <a:cubicBezTo>
                    <a:pt x="11" y="4"/>
                    <a:pt x="5" y="11"/>
                    <a:pt x="4" y="20"/>
                  </a:cubicBezTo>
                  <a:lnTo>
                    <a:pt x="34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91C58B3B-2778-E23F-05D0-1FCABF60739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55" y="2589"/>
              <a:ext cx="59" cy="132"/>
            </a:xfrm>
            <a:custGeom>
              <a:avLst/>
              <a:gdLst>
                <a:gd name="T0" fmla="*/ 18 w 25"/>
                <a:gd name="T1" fmla="*/ 55 h 55"/>
                <a:gd name="T2" fmla="*/ 6 w 25"/>
                <a:gd name="T3" fmla="*/ 44 h 55"/>
                <a:gd name="T4" fmla="*/ 6 w 25"/>
                <a:gd name="T5" fmla="*/ 17 h 55"/>
                <a:gd name="T6" fmla="*/ 0 w 25"/>
                <a:gd name="T7" fmla="*/ 17 h 55"/>
                <a:gd name="T8" fmla="*/ 0 w 25"/>
                <a:gd name="T9" fmla="*/ 13 h 55"/>
                <a:gd name="T10" fmla="*/ 6 w 25"/>
                <a:gd name="T11" fmla="*/ 13 h 55"/>
                <a:gd name="T12" fmla="*/ 6 w 25"/>
                <a:gd name="T13" fmla="*/ 0 h 55"/>
                <a:gd name="T14" fmla="*/ 10 w 25"/>
                <a:gd name="T15" fmla="*/ 0 h 55"/>
                <a:gd name="T16" fmla="*/ 10 w 25"/>
                <a:gd name="T17" fmla="*/ 13 h 55"/>
                <a:gd name="T18" fmla="*/ 25 w 25"/>
                <a:gd name="T19" fmla="*/ 13 h 55"/>
                <a:gd name="T20" fmla="*/ 25 w 25"/>
                <a:gd name="T21" fmla="*/ 17 h 55"/>
                <a:gd name="T22" fmla="*/ 10 w 25"/>
                <a:gd name="T23" fmla="*/ 17 h 55"/>
                <a:gd name="T24" fmla="*/ 10 w 25"/>
                <a:gd name="T25" fmla="*/ 44 h 55"/>
                <a:gd name="T26" fmla="*/ 18 w 25"/>
                <a:gd name="T27" fmla="*/ 52 h 55"/>
                <a:gd name="T28" fmla="*/ 24 w 25"/>
                <a:gd name="T29" fmla="*/ 50 h 55"/>
                <a:gd name="T30" fmla="*/ 24 w 25"/>
                <a:gd name="T31" fmla="*/ 54 h 55"/>
                <a:gd name="T32" fmla="*/ 18 w 25"/>
                <a:gd name="T3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55">
                  <a:moveTo>
                    <a:pt x="18" y="55"/>
                  </a:moveTo>
                  <a:cubicBezTo>
                    <a:pt x="11" y="55"/>
                    <a:pt x="6" y="52"/>
                    <a:pt x="6" y="4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50"/>
                    <a:pt x="14" y="52"/>
                    <a:pt x="18" y="52"/>
                  </a:cubicBezTo>
                  <a:cubicBezTo>
                    <a:pt x="20" y="52"/>
                    <a:pt x="22" y="51"/>
                    <a:pt x="24" y="50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2" y="55"/>
                    <a:pt x="20" y="55"/>
                    <a:pt x="18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707B47E3-4D3A-5EE5-EC2B-FFF86ED7D1B3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140" y="2582"/>
              <a:ext cx="12" cy="139"/>
            </a:xfrm>
            <a:custGeom>
              <a:avLst/>
              <a:gdLst>
                <a:gd name="T0" fmla="*/ 0 w 12"/>
                <a:gd name="T1" fmla="*/ 15 h 139"/>
                <a:gd name="T2" fmla="*/ 0 w 12"/>
                <a:gd name="T3" fmla="*/ 0 h 139"/>
                <a:gd name="T4" fmla="*/ 12 w 12"/>
                <a:gd name="T5" fmla="*/ 0 h 139"/>
                <a:gd name="T6" fmla="*/ 12 w 12"/>
                <a:gd name="T7" fmla="*/ 15 h 139"/>
                <a:gd name="T8" fmla="*/ 0 w 12"/>
                <a:gd name="T9" fmla="*/ 15 h 139"/>
                <a:gd name="T10" fmla="*/ 0 w 12"/>
                <a:gd name="T11" fmla="*/ 139 h 139"/>
                <a:gd name="T12" fmla="*/ 0 w 12"/>
                <a:gd name="T13" fmla="*/ 38 h 139"/>
                <a:gd name="T14" fmla="*/ 10 w 12"/>
                <a:gd name="T15" fmla="*/ 38 h 139"/>
                <a:gd name="T16" fmla="*/ 10 w 12"/>
                <a:gd name="T17" fmla="*/ 139 h 139"/>
                <a:gd name="T18" fmla="*/ 0 w 12"/>
                <a:gd name="T19" fmla="*/ 13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39">
                  <a:moveTo>
                    <a:pt x="0" y="15"/>
                  </a:moveTo>
                  <a:lnTo>
                    <a:pt x="0" y="0"/>
                  </a:lnTo>
                  <a:lnTo>
                    <a:pt x="12" y="0"/>
                  </a:lnTo>
                  <a:lnTo>
                    <a:pt x="12" y="15"/>
                  </a:lnTo>
                  <a:lnTo>
                    <a:pt x="0" y="15"/>
                  </a:lnTo>
                  <a:close/>
                  <a:moveTo>
                    <a:pt x="0" y="139"/>
                  </a:moveTo>
                  <a:lnTo>
                    <a:pt x="0" y="38"/>
                  </a:lnTo>
                  <a:lnTo>
                    <a:pt x="10" y="38"/>
                  </a:lnTo>
                  <a:lnTo>
                    <a:pt x="10" y="139"/>
                  </a:lnTo>
                  <a:lnTo>
                    <a:pt x="0" y="1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10AEB8F3-7714-D0E0-E110-95DA7AC7FB2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188" y="2618"/>
              <a:ext cx="83" cy="103"/>
            </a:xfrm>
            <a:custGeom>
              <a:avLst/>
              <a:gdLst>
                <a:gd name="T0" fmla="*/ 31 w 35"/>
                <a:gd name="T1" fmla="*/ 43 h 43"/>
                <a:gd name="T2" fmla="*/ 31 w 35"/>
                <a:gd name="T3" fmla="*/ 18 h 43"/>
                <a:gd name="T4" fmla="*/ 18 w 35"/>
                <a:gd name="T5" fmla="*/ 4 h 43"/>
                <a:gd name="T6" fmla="*/ 4 w 35"/>
                <a:gd name="T7" fmla="*/ 19 h 43"/>
                <a:gd name="T8" fmla="*/ 4 w 35"/>
                <a:gd name="T9" fmla="*/ 43 h 43"/>
                <a:gd name="T10" fmla="*/ 0 w 35"/>
                <a:gd name="T11" fmla="*/ 43 h 43"/>
                <a:gd name="T12" fmla="*/ 0 w 35"/>
                <a:gd name="T13" fmla="*/ 1 h 43"/>
                <a:gd name="T14" fmla="*/ 4 w 35"/>
                <a:gd name="T15" fmla="*/ 1 h 43"/>
                <a:gd name="T16" fmla="*/ 4 w 35"/>
                <a:gd name="T17" fmla="*/ 9 h 43"/>
                <a:gd name="T18" fmla="*/ 19 w 35"/>
                <a:gd name="T19" fmla="*/ 0 h 43"/>
                <a:gd name="T20" fmla="*/ 35 w 35"/>
                <a:gd name="T21" fmla="*/ 17 h 43"/>
                <a:gd name="T22" fmla="*/ 35 w 35"/>
                <a:gd name="T23" fmla="*/ 43 h 43"/>
                <a:gd name="T24" fmla="*/ 31 w 35"/>
                <a:gd name="T2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3">
                  <a:moveTo>
                    <a:pt x="31" y="43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10"/>
                    <a:pt x="26" y="4"/>
                    <a:pt x="18" y="4"/>
                  </a:cubicBezTo>
                  <a:cubicBezTo>
                    <a:pt x="10" y="4"/>
                    <a:pt x="4" y="10"/>
                    <a:pt x="4" y="19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6" y="4"/>
                    <a:pt x="11" y="0"/>
                    <a:pt x="19" y="0"/>
                  </a:cubicBezTo>
                  <a:cubicBezTo>
                    <a:pt x="29" y="0"/>
                    <a:pt x="35" y="7"/>
                    <a:pt x="35" y="17"/>
                  </a:cubicBezTo>
                  <a:cubicBezTo>
                    <a:pt x="35" y="43"/>
                    <a:pt x="35" y="43"/>
                    <a:pt x="35" y="43"/>
                  </a:cubicBezTo>
                  <a:lnTo>
                    <a:pt x="31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32A594E-4481-28E3-B27D-25B4F412FF4F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300" y="2618"/>
              <a:ext cx="97" cy="134"/>
            </a:xfrm>
            <a:custGeom>
              <a:avLst/>
              <a:gdLst>
                <a:gd name="T0" fmla="*/ 21 w 41"/>
                <a:gd name="T1" fmla="*/ 56 h 56"/>
                <a:gd name="T2" fmla="*/ 2 w 41"/>
                <a:gd name="T3" fmla="*/ 50 h 56"/>
                <a:gd name="T4" fmla="*/ 4 w 41"/>
                <a:gd name="T5" fmla="*/ 46 h 56"/>
                <a:gd name="T6" fmla="*/ 21 w 41"/>
                <a:gd name="T7" fmla="*/ 52 h 56"/>
                <a:gd name="T8" fmla="*/ 37 w 41"/>
                <a:gd name="T9" fmla="*/ 36 h 56"/>
                <a:gd name="T10" fmla="*/ 37 w 41"/>
                <a:gd name="T11" fmla="*/ 30 h 56"/>
                <a:gd name="T12" fmla="*/ 20 w 41"/>
                <a:gd name="T13" fmla="*/ 40 h 56"/>
                <a:gd name="T14" fmla="*/ 0 w 41"/>
                <a:gd name="T15" fmla="*/ 20 h 56"/>
                <a:gd name="T16" fmla="*/ 0 w 41"/>
                <a:gd name="T17" fmla="*/ 20 h 56"/>
                <a:gd name="T18" fmla="*/ 20 w 41"/>
                <a:gd name="T19" fmla="*/ 0 h 56"/>
                <a:gd name="T20" fmla="*/ 37 w 41"/>
                <a:gd name="T21" fmla="*/ 10 h 56"/>
                <a:gd name="T22" fmla="*/ 37 w 41"/>
                <a:gd name="T23" fmla="*/ 1 h 56"/>
                <a:gd name="T24" fmla="*/ 41 w 41"/>
                <a:gd name="T25" fmla="*/ 1 h 56"/>
                <a:gd name="T26" fmla="*/ 41 w 41"/>
                <a:gd name="T27" fmla="*/ 36 h 56"/>
                <a:gd name="T28" fmla="*/ 21 w 41"/>
                <a:gd name="T29" fmla="*/ 56 h 56"/>
                <a:gd name="T30" fmla="*/ 37 w 41"/>
                <a:gd name="T31" fmla="*/ 20 h 56"/>
                <a:gd name="T32" fmla="*/ 20 w 41"/>
                <a:gd name="T33" fmla="*/ 4 h 56"/>
                <a:gd name="T34" fmla="*/ 4 w 41"/>
                <a:gd name="T35" fmla="*/ 20 h 56"/>
                <a:gd name="T36" fmla="*/ 4 w 41"/>
                <a:gd name="T37" fmla="*/ 20 h 56"/>
                <a:gd name="T38" fmla="*/ 20 w 41"/>
                <a:gd name="T39" fmla="*/ 36 h 56"/>
                <a:gd name="T40" fmla="*/ 37 w 41"/>
                <a:gd name="T41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1" h="56">
                  <a:moveTo>
                    <a:pt x="21" y="56"/>
                  </a:moveTo>
                  <a:cubicBezTo>
                    <a:pt x="14" y="56"/>
                    <a:pt x="7" y="54"/>
                    <a:pt x="2" y="50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9" y="50"/>
                    <a:pt x="15" y="52"/>
                    <a:pt x="21" y="52"/>
                  </a:cubicBezTo>
                  <a:cubicBezTo>
                    <a:pt x="30" y="52"/>
                    <a:pt x="37" y="47"/>
                    <a:pt x="37" y="36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3" y="35"/>
                    <a:pt x="28" y="40"/>
                    <a:pt x="20" y="40"/>
                  </a:cubicBezTo>
                  <a:cubicBezTo>
                    <a:pt x="10" y="40"/>
                    <a:pt x="0" y="32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10" y="0"/>
                    <a:pt x="20" y="0"/>
                  </a:cubicBezTo>
                  <a:cubicBezTo>
                    <a:pt x="28" y="0"/>
                    <a:pt x="34" y="5"/>
                    <a:pt x="37" y="10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49"/>
                    <a:pt x="32" y="56"/>
                    <a:pt x="21" y="56"/>
                  </a:cubicBezTo>
                  <a:close/>
                  <a:moveTo>
                    <a:pt x="37" y="20"/>
                  </a:moveTo>
                  <a:cubicBezTo>
                    <a:pt x="37" y="10"/>
                    <a:pt x="29" y="4"/>
                    <a:pt x="20" y="4"/>
                  </a:cubicBezTo>
                  <a:cubicBezTo>
                    <a:pt x="11" y="4"/>
                    <a:pt x="4" y="10"/>
                    <a:pt x="4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7" y="29"/>
                    <a:pt x="37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B7A1CCE0-43DF-B9CF-692B-CF9ADA3E39BB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480" y="2582"/>
              <a:ext cx="136" cy="139"/>
            </a:xfrm>
            <a:custGeom>
              <a:avLst/>
              <a:gdLst>
                <a:gd name="T0" fmla="*/ 126 w 136"/>
                <a:gd name="T1" fmla="*/ 139 h 139"/>
                <a:gd name="T2" fmla="*/ 109 w 136"/>
                <a:gd name="T3" fmla="*/ 100 h 139"/>
                <a:gd name="T4" fmla="*/ 29 w 136"/>
                <a:gd name="T5" fmla="*/ 100 h 139"/>
                <a:gd name="T6" fmla="*/ 12 w 136"/>
                <a:gd name="T7" fmla="*/ 139 h 139"/>
                <a:gd name="T8" fmla="*/ 0 w 136"/>
                <a:gd name="T9" fmla="*/ 139 h 139"/>
                <a:gd name="T10" fmla="*/ 64 w 136"/>
                <a:gd name="T11" fmla="*/ 0 h 139"/>
                <a:gd name="T12" fmla="*/ 74 w 136"/>
                <a:gd name="T13" fmla="*/ 0 h 139"/>
                <a:gd name="T14" fmla="*/ 136 w 136"/>
                <a:gd name="T15" fmla="*/ 139 h 139"/>
                <a:gd name="T16" fmla="*/ 126 w 136"/>
                <a:gd name="T17" fmla="*/ 139 h 139"/>
                <a:gd name="T18" fmla="*/ 69 w 136"/>
                <a:gd name="T19" fmla="*/ 12 h 139"/>
                <a:gd name="T20" fmla="*/ 33 w 136"/>
                <a:gd name="T21" fmla="*/ 91 h 139"/>
                <a:gd name="T22" fmla="*/ 105 w 136"/>
                <a:gd name="T23" fmla="*/ 91 h 139"/>
                <a:gd name="T24" fmla="*/ 69 w 136"/>
                <a:gd name="T25" fmla="*/ 12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6" h="139">
                  <a:moveTo>
                    <a:pt x="126" y="139"/>
                  </a:moveTo>
                  <a:lnTo>
                    <a:pt x="109" y="100"/>
                  </a:lnTo>
                  <a:lnTo>
                    <a:pt x="29" y="100"/>
                  </a:lnTo>
                  <a:lnTo>
                    <a:pt x="12" y="139"/>
                  </a:lnTo>
                  <a:lnTo>
                    <a:pt x="0" y="139"/>
                  </a:lnTo>
                  <a:lnTo>
                    <a:pt x="64" y="0"/>
                  </a:lnTo>
                  <a:lnTo>
                    <a:pt x="74" y="0"/>
                  </a:lnTo>
                  <a:lnTo>
                    <a:pt x="136" y="139"/>
                  </a:lnTo>
                  <a:lnTo>
                    <a:pt x="126" y="139"/>
                  </a:lnTo>
                  <a:close/>
                  <a:moveTo>
                    <a:pt x="69" y="12"/>
                  </a:moveTo>
                  <a:lnTo>
                    <a:pt x="33" y="91"/>
                  </a:lnTo>
                  <a:lnTo>
                    <a:pt x="105" y="91"/>
                  </a:lnTo>
                  <a:lnTo>
                    <a:pt x="69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05E9962-7BD6-FE5F-A6E5-5C463BE79AB0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627" y="2618"/>
              <a:ext cx="98" cy="134"/>
            </a:xfrm>
            <a:custGeom>
              <a:avLst/>
              <a:gdLst>
                <a:gd name="T0" fmla="*/ 21 w 41"/>
                <a:gd name="T1" fmla="*/ 56 h 56"/>
                <a:gd name="T2" fmla="*/ 2 w 41"/>
                <a:gd name="T3" fmla="*/ 50 h 56"/>
                <a:gd name="T4" fmla="*/ 5 w 41"/>
                <a:gd name="T5" fmla="*/ 46 h 56"/>
                <a:gd name="T6" fmla="*/ 21 w 41"/>
                <a:gd name="T7" fmla="*/ 52 h 56"/>
                <a:gd name="T8" fmla="*/ 37 w 41"/>
                <a:gd name="T9" fmla="*/ 36 h 56"/>
                <a:gd name="T10" fmla="*/ 37 w 41"/>
                <a:gd name="T11" fmla="*/ 30 h 56"/>
                <a:gd name="T12" fmla="*/ 20 w 41"/>
                <a:gd name="T13" fmla="*/ 40 h 56"/>
                <a:gd name="T14" fmla="*/ 0 w 41"/>
                <a:gd name="T15" fmla="*/ 20 h 56"/>
                <a:gd name="T16" fmla="*/ 0 w 41"/>
                <a:gd name="T17" fmla="*/ 20 h 56"/>
                <a:gd name="T18" fmla="*/ 20 w 41"/>
                <a:gd name="T19" fmla="*/ 0 h 56"/>
                <a:gd name="T20" fmla="*/ 37 w 41"/>
                <a:gd name="T21" fmla="*/ 10 h 56"/>
                <a:gd name="T22" fmla="*/ 37 w 41"/>
                <a:gd name="T23" fmla="*/ 1 h 56"/>
                <a:gd name="T24" fmla="*/ 41 w 41"/>
                <a:gd name="T25" fmla="*/ 1 h 56"/>
                <a:gd name="T26" fmla="*/ 41 w 41"/>
                <a:gd name="T27" fmla="*/ 36 h 56"/>
                <a:gd name="T28" fmla="*/ 21 w 41"/>
                <a:gd name="T29" fmla="*/ 56 h 56"/>
                <a:gd name="T30" fmla="*/ 38 w 41"/>
                <a:gd name="T31" fmla="*/ 20 h 56"/>
                <a:gd name="T32" fmla="*/ 21 w 41"/>
                <a:gd name="T33" fmla="*/ 4 h 56"/>
                <a:gd name="T34" fmla="*/ 5 w 41"/>
                <a:gd name="T35" fmla="*/ 20 h 56"/>
                <a:gd name="T36" fmla="*/ 5 w 41"/>
                <a:gd name="T37" fmla="*/ 20 h 56"/>
                <a:gd name="T38" fmla="*/ 21 w 41"/>
                <a:gd name="T39" fmla="*/ 36 h 56"/>
                <a:gd name="T40" fmla="*/ 38 w 41"/>
                <a:gd name="T41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1" h="56">
                  <a:moveTo>
                    <a:pt x="21" y="56"/>
                  </a:moveTo>
                  <a:cubicBezTo>
                    <a:pt x="14" y="56"/>
                    <a:pt x="8" y="54"/>
                    <a:pt x="2" y="50"/>
                  </a:cubicBezTo>
                  <a:cubicBezTo>
                    <a:pt x="5" y="46"/>
                    <a:pt x="5" y="46"/>
                    <a:pt x="5" y="46"/>
                  </a:cubicBezTo>
                  <a:cubicBezTo>
                    <a:pt x="9" y="50"/>
                    <a:pt x="15" y="52"/>
                    <a:pt x="21" y="52"/>
                  </a:cubicBezTo>
                  <a:cubicBezTo>
                    <a:pt x="31" y="52"/>
                    <a:pt x="37" y="47"/>
                    <a:pt x="37" y="36"/>
                  </a:cubicBezTo>
                  <a:cubicBezTo>
                    <a:pt x="37" y="30"/>
                    <a:pt x="37" y="30"/>
                    <a:pt x="37" y="30"/>
                  </a:cubicBezTo>
                  <a:cubicBezTo>
                    <a:pt x="34" y="35"/>
                    <a:pt x="28" y="40"/>
                    <a:pt x="20" y="40"/>
                  </a:cubicBezTo>
                  <a:cubicBezTo>
                    <a:pt x="10" y="40"/>
                    <a:pt x="0" y="32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8"/>
                    <a:pt x="10" y="0"/>
                    <a:pt x="20" y="0"/>
                  </a:cubicBezTo>
                  <a:cubicBezTo>
                    <a:pt x="28" y="0"/>
                    <a:pt x="34" y="5"/>
                    <a:pt x="37" y="10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1" y="49"/>
                    <a:pt x="33" y="56"/>
                    <a:pt x="21" y="56"/>
                  </a:cubicBezTo>
                  <a:close/>
                  <a:moveTo>
                    <a:pt x="38" y="20"/>
                  </a:moveTo>
                  <a:cubicBezTo>
                    <a:pt x="38" y="10"/>
                    <a:pt x="29" y="4"/>
                    <a:pt x="21" y="4"/>
                  </a:cubicBezTo>
                  <a:cubicBezTo>
                    <a:pt x="12" y="4"/>
                    <a:pt x="5" y="10"/>
                    <a:pt x="5" y="20"/>
                  </a:cubicBezTo>
                  <a:cubicBezTo>
                    <a:pt x="5" y="20"/>
                    <a:pt x="5" y="20"/>
                    <a:pt x="5" y="20"/>
                  </a:cubicBezTo>
                  <a:cubicBezTo>
                    <a:pt x="5" y="29"/>
                    <a:pt x="12" y="36"/>
                    <a:pt x="21" y="36"/>
                  </a:cubicBezTo>
                  <a:cubicBezTo>
                    <a:pt x="29" y="36"/>
                    <a:pt x="38" y="29"/>
                    <a:pt x="38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27DFC38-1466-466C-CA37-D10E4E6428C1}"/>
                </a:ext>
              </a:extLst>
            </p:cNvPr>
            <p:cNvSpPr>
              <a:spLocks noEditPoints="1"/>
            </p:cNvSpPr>
            <p:nvPr/>
          </p:nvSpPr>
          <p:spPr bwMode="invGray">
            <a:xfrm>
              <a:off x="4756" y="2618"/>
              <a:ext cx="90" cy="105"/>
            </a:xfrm>
            <a:custGeom>
              <a:avLst/>
              <a:gdLst>
                <a:gd name="T0" fmla="*/ 20 w 38"/>
                <a:gd name="T1" fmla="*/ 40 h 44"/>
                <a:gd name="T2" fmla="*/ 34 w 38"/>
                <a:gd name="T3" fmla="*/ 33 h 44"/>
                <a:gd name="T4" fmla="*/ 37 w 38"/>
                <a:gd name="T5" fmla="*/ 36 h 44"/>
                <a:gd name="T6" fmla="*/ 20 w 38"/>
                <a:gd name="T7" fmla="*/ 44 h 44"/>
                <a:gd name="T8" fmla="*/ 0 w 38"/>
                <a:gd name="T9" fmla="*/ 22 h 44"/>
                <a:gd name="T10" fmla="*/ 0 w 38"/>
                <a:gd name="T11" fmla="*/ 22 h 44"/>
                <a:gd name="T12" fmla="*/ 19 w 38"/>
                <a:gd name="T13" fmla="*/ 0 h 44"/>
                <a:gd name="T14" fmla="*/ 38 w 38"/>
                <a:gd name="T15" fmla="*/ 22 h 44"/>
                <a:gd name="T16" fmla="*/ 38 w 38"/>
                <a:gd name="T17" fmla="*/ 22 h 44"/>
                <a:gd name="T18" fmla="*/ 38 w 38"/>
                <a:gd name="T19" fmla="*/ 24 h 44"/>
                <a:gd name="T20" fmla="*/ 4 w 38"/>
                <a:gd name="T21" fmla="*/ 24 h 44"/>
                <a:gd name="T22" fmla="*/ 20 w 38"/>
                <a:gd name="T23" fmla="*/ 40 h 44"/>
                <a:gd name="T24" fmla="*/ 34 w 38"/>
                <a:gd name="T25" fmla="*/ 20 h 44"/>
                <a:gd name="T26" fmla="*/ 19 w 38"/>
                <a:gd name="T27" fmla="*/ 4 h 44"/>
                <a:gd name="T28" fmla="*/ 4 w 38"/>
                <a:gd name="T29" fmla="*/ 20 h 44"/>
                <a:gd name="T30" fmla="*/ 34 w 38"/>
                <a:gd name="T31" fmla="*/ 2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" h="44">
                  <a:moveTo>
                    <a:pt x="20" y="40"/>
                  </a:moveTo>
                  <a:cubicBezTo>
                    <a:pt x="27" y="40"/>
                    <a:pt x="31" y="37"/>
                    <a:pt x="34" y="33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3" y="40"/>
                    <a:pt x="28" y="44"/>
                    <a:pt x="20" y="44"/>
                  </a:cubicBezTo>
                  <a:cubicBezTo>
                    <a:pt x="9" y="44"/>
                    <a:pt x="0" y="35"/>
                    <a:pt x="0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8" y="0"/>
                    <a:pt x="19" y="0"/>
                  </a:cubicBezTo>
                  <a:cubicBezTo>
                    <a:pt x="31" y="0"/>
                    <a:pt x="38" y="10"/>
                    <a:pt x="38" y="22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38" y="23"/>
                    <a:pt x="38" y="23"/>
                    <a:pt x="38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34"/>
                    <a:pt x="12" y="40"/>
                    <a:pt x="20" y="40"/>
                  </a:cubicBezTo>
                  <a:close/>
                  <a:moveTo>
                    <a:pt x="34" y="20"/>
                  </a:moveTo>
                  <a:cubicBezTo>
                    <a:pt x="33" y="12"/>
                    <a:pt x="29" y="4"/>
                    <a:pt x="19" y="4"/>
                  </a:cubicBezTo>
                  <a:cubicBezTo>
                    <a:pt x="11" y="4"/>
                    <a:pt x="5" y="11"/>
                    <a:pt x="4" y="20"/>
                  </a:cubicBezTo>
                  <a:lnTo>
                    <a:pt x="34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E54076C0-0A45-8732-763D-684D2E20D8C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874" y="2618"/>
              <a:ext cx="84" cy="103"/>
            </a:xfrm>
            <a:custGeom>
              <a:avLst/>
              <a:gdLst>
                <a:gd name="T0" fmla="*/ 31 w 35"/>
                <a:gd name="T1" fmla="*/ 43 h 43"/>
                <a:gd name="T2" fmla="*/ 31 w 35"/>
                <a:gd name="T3" fmla="*/ 18 h 43"/>
                <a:gd name="T4" fmla="*/ 18 w 35"/>
                <a:gd name="T5" fmla="*/ 4 h 43"/>
                <a:gd name="T6" fmla="*/ 4 w 35"/>
                <a:gd name="T7" fmla="*/ 19 h 43"/>
                <a:gd name="T8" fmla="*/ 4 w 35"/>
                <a:gd name="T9" fmla="*/ 43 h 43"/>
                <a:gd name="T10" fmla="*/ 0 w 35"/>
                <a:gd name="T11" fmla="*/ 43 h 43"/>
                <a:gd name="T12" fmla="*/ 0 w 35"/>
                <a:gd name="T13" fmla="*/ 1 h 43"/>
                <a:gd name="T14" fmla="*/ 4 w 35"/>
                <a:gd name="T15" fmla="*/ 1 h 43"/>
                <a:gd name="T16" fmla="*/ 4 w 35"/>
                <a:gd name="T17" fmla="*/ 9 h 43"/>
                <a:gd name="T18" fmla="*/ 19 w 35"/>
                <a:gd name="T19" fmla="*/ 0 h 43"/>
                <a:gd name="T20" fmla="*/ 35 w 35"/>
                <a:gd name="T21" fmla="*/ 17 h 43"/>
                <a:gd name="T22" fmla="*/ 35 w 35"/>
                <a:gd name="T23" fmla="*/ 43 h 43"/>
                <a:gd name="T24" fmla="*/ 31 w 35"/>
                <a:gd name="T25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43">
                  <a:moveTo>
                    <a:pt x="31" y="43"/>
                  </a:moveTo>
                  <a:cubicBezTo>
                    <a:pt x="31" y="18"/>
                    <a:pt x="31" y="18"/>
                    <a:pt x="31" y="18"/>
                  </a:cubicBezTo>
                  <a:cubicBezTo>
                    <a:pt x="31" y="10"/>
                    <a:pt x="27" y="4"/>
                    <a:pt x="18" y="4"/>
                  </a:cubicBezTo>
                  <a:cubicBezTo>
                    <a:pt x="10" y="4"/>
                    <a:pt x="4" y="10"/>
                    <a:pt x="4" y="19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7" y="4"/>
                    <a:pt x="11" y="0"/>
                    <a:pt x="19" y="0"/>
                  </a:cubicBezTo>
                  <a:cubicBezTo>
                    <a:pt x="29" y="0"/>
                    <a:pt x="35" y="7"/>
                    <a:pt x="35" y="17"/>
                  </a:cubicBezTo>
                  <a:cubicBezTo>
                    <a:pt x="35" y="43"/>
                    <a:pt x="35" y="43"/>
                    <a:pt x="35" y="43"/>
                  </a:cubicBezTo>
                  <a:lnTo>
                    <a:pt x="31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3E181CDB-3D02-1A71-1F3E-BAFE1DEAF0A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84" y="2589"/>
              <a:ext cx="57" cy="132"/>
            </a:xfrm>
            <a:custGeom>
              <a:avLst/>
              <a:gdLst>
                <a:gd name="T0" fmla="*/ 18 w 24"/>
                <a:gd name="T1" fmla="*/ 55 h 55"/>
                <a:gd name="T2" fmla="*/ 6 w 24"/>
                <a:gd name="T3" fmla="*/ 44 h 55"/>
                <a:gd name="T4" fmla="*/ 6 w 24"/>
                <a:gd name="T5" fmla="*/ 17 h 55"/>
                <a:gd name="T6" fmla="*/ 0 w 24"/>
                <a:gd name="T7" fmla="*/ 17 h 55"/>
                <a:gd name="T8" fmla="*/ 0 w 24"/>
                <a:gd name="T9" fmla="*/ 13 h 55"/>
                <a:gd name="T10" fmla="*/ 6 w 24"/>
                <a:gd name="T11" fmla="*/ 13 h 55"/>
                <a:gd name="T12" fmla="*/ 6 w 24"/>
                <a:gd name="T13" fmla="*/ 0 h 55"/>
                <a:gd name="T14" fmla="*/ 10 w 24"/>
                <a:gd name="T15" fmla="*/ 0 h 55"/>
                <a:gd name="T16" fmla="*/ 10 w 24"/>
                <a:gd name="T17" fmla="*/ 13 h 55"/>
                <a:gd name="T18" fmla="*/ 24 w 24"/>
                <a:gd name="T19" fmla="*/ 13 h 55"/>
                <a:gd name="T20" fmla="*/ 24 w 24"/>
                <a:gd name="T21" fmla="*/ 17 h 55"/>
                <a:gd name="T22" fmla="*/ 10 w 24"/>
                <a:gd name="T23" fmla="*/ 17 h 55"/>
                <a:gd name="T24" fmla="*/ 10 w 24"/>
                <a:gd name="T25" fmla="*/ 44 h 55"/>
                <a:gd name="T26" fmla="*/ 18 w 24"/>
                <a:gd name="T27" fmla="*/ 52 h 55"/>
                <a:gd name="T28" fmla="*/ 24 w 24"/>
                <a:gd name="T29" fmla="*/ 50 h 55"/>
                <a:gd name="T30" fmla="*/ 24 w 24"/>
                <a:gd name="T31" fmla="*/ 54 h 55"/>
                <a:gd name="T32" fmla="*/ 18 w 24"/>
                <a:gd name="T33" fmla="*/ 5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55">
                  <a:moveTo>
                    <a:pt x="18" y="55"/>
                  </a:moveTo>
                  <a:cubicBezTo>
                    <a:pt x="11" y="55"/>
                    <a:pt x="6" y="52"/>
                    <a:pt x="6" y="44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7"/>
                    <a:pt x="24" y="17"/>
                    <a:pt x="24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10" y="50"/>
                    <a:pt x="13" y="52"/>
                    <a:pt x="18" y="52"/>
                  </a:cubicBezTo>
                  <a:cubicBezTo>
                    <a:pt x="20" y="52"/>
                    <a:pt x="22" y="51"/>
                    <a:pt x="24" y="50"/>
                  </a:cubicBezTo>
                  <a:cubicBezTo>
                    <a:pt x="24" y="54"/>
                    <a:pt x="24" y="54"/>
                    <a:pt x="24" y="54"/>
                  </a:cubicBezTo>
                  <a:cubicBezTo>
                    <a:pt x="22" y="55"/>
                    <a:pt x="20" y="55"/>
                    <a:pt x="18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4E1AAA9-781F-CE71-DE94-2A83C4D122F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062" y="2620"/>
              <a:ext cx="86" cy="103"/>
            </a:xfrm>
            <a:custGeom>
              <a:avLst/>
              <a:gdLst>
                <a:gd name="T0" fmla="*/ 32 w 36"/>
                <a:gd name="T1" fmla="*/ 42 h 43"/>
                <a:gd name="T2" fmla="*/ 32 w 36"/>
                <a:gd name="T3" fmla="*/ 34 h 43"/>
                <a:gd name="T4" fmla="*/ 17 w 36"/>
                <a:gd name="T5" fmla="*/ 43 h 43"/>
                <a:gd name="T6" fmla="*/ 0 w 36"/>
                <a:gd name="T7" fmla="*/ 26 h 43"/>
                <a:gd name="T8" fmla="*/ 0 w 36"/>
                <a:gd name="T9" fmla="*/ 0 h 43"/>
                <a:gd name="T10" fmla="*/ 4 w 36"/>
                <a:gd name="T11" fmla="*/ 0 h 43"/>
                <a:gd name="T12" fmla="*/ 4 w 36"/>
                <a:gd name="T13" fmla="*/ 25 h 43"/>
                <a:gd name="T14" fmla="*/ 18 w 36"/>
                <a:gd name="T15" fmla="*/ 39 h 43"/>
                <a:gd name="T16" fmla="*/ 32 w 36"/>
                <a:gd name="T17" fmla="*/ 24 h 43"/>
                <a:gd name="T18" fmla="*/ 32 w 36"/>
                <a:gd name="T19" fmla="*/ 0 h 43"/>
                <a:gd name="T20" fmla="*/ 36 w 36"/>
                <a:gd name="T21" fmla="*/ 0 h 43"/>
                <a:gd name="T22" fmla="*/ 36 w 36"/>
                <a:gd name="T23" fmla="*/ 42 h 43"/>
                <a:gd name="T24" fmla="*/ 32 w 36"/>
                <a:gd name="T25" fmla="*/ 42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43">
                  <a:moveTo>
                    <a:pt x="32" y="42"/>
                  </a:moveTo>
                  <a:cubicBezTo>
                    <a:pt x="32" y="34"/>
                    <a:pt x="32" y="34"/>
                    <a:pt x="32" y="34"/>
                  </a:cubicBezTo>
                  <a:cubicBezTo>
                    <a:pt x="29" y="39"/>
                    <a:pt x="24" y="43"/>
                    <a:pt x="17" y="43"/>
                  </a:cubicBezTo>
                  <a:cubicBezTo>
                    <a:pt x="6" y="43"/>
                    <a:pt x="0" y="36"/>
                    <a:pt x="0" y="2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33"/>
                    <a:pt x="9" y="39"/>
                    <a:pt x="18" y="39"/>
                  </a:cubicBezTo>
                  <a:cubicBezTo>
                    <a:pt x="26" y="39"/>
                    <a:pt x="32" y="33"/>
                    <a:pt x="32" y="2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36" y="42"/>
                    <a:pt x="36" y="42"/>
                    <a:pt x="36" y="42"/>
                  </a:cubicBezTo>
                  <a:lnTo>
                    <a:pt x="32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5304402F-02B6-1920-A08A-CE09155B1AD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183" y="2618"/>
              <a:ext cx="52" cy="103"/>
            </a:xfrm>
            <a:custGeom>
              <a:avLst/>
              <a:gdLst>
                <a:gd name="T0" fmla="*/ 22 w 22"/>
                <a:gd name="T1" fmla="*/ 5 h 43"/>
                <a:gd name="T2" fmla="*/ 4 w 22"/>
                <a:gd name="T3" fmla="*/ 26 h 43"/>
                <a:gd name="T4" fmla="*/ 4 w 22"/>
                <a:gd name="T5" fmla="*/ 43 h 43"/>
                <a:gd name="T6" fmla="*/ 0 w 22"/>
                <a:gd name="T7" fmla="*/ 43 h 43"/>
                <a:gd name="T8" fmla="*/ 0 w 22"/>
                <a:gd name="T9" fmla="*/ 1 h 43"/>
                <a:gd name="T10" fmla="*/ 4 w 22"/>
                <a:gd name="T11" fmla="*/ 1 h 43"/>
                <a:gd name="T12" fmla="*/ 4 w 22"/>
                <a:gd name="T13" fmla="*/ 13 h 43"/>
                <a:gd name="T14" fmla="*/ 22 w 22"/>
                <a:gd name="T15" fmla="*/ 1 h 43"/>
                <a:gd name="T16" fmla="*/ 22 w 22"/>
                <a:gd name="T17" fmla="*/ 5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" h="43">
                  <a:moveTo>
                    <a:pt x="22" y="5"/>
                  </a:moveTo>
                  <a:cubicBezTo>
                    <a:pt x="12" y="5"/>
                    <a:pt x="4" y="12"/>
                    <a:pt x="4" y="26"/>
                  </a:cubicBezTo>
                  <a:cubicBezTo>
                    <a:pt x="4" y="43"/>
                    <a:pt x="4" y="43"/>
                    <a:pt x="4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7" y="6"/>
                    <a:pt x="14" y="0"/>
                    <a:pt x="22" y="1"/>
                  </a:cubicBezTo>
                  <a:cubicBezTo>
                    <a:pt x="22" y="5"/>
                    <a:pt x="22" y="5"/>
                    <a:pt x="2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37" name="Datumsplatzhalter 36">
            <a:extLst>
              <a:ext uri="{FF2B5EF4-FFF2-40B4-BE49-F238E27FC236}">
                <a16:creationId xmlns:a16="http://schemas.microsoft.com/office/drawing/2014/main" id="{3E69304C-EFA0-A8EE-71D4-95133F58195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invGray">
          <a:xfrm>
            <a:off x="0" y="6854400"/>
            <a:ext cx="3600" cy="3600"/>
          </a:xfrm>
        </p:spPr>
        <p:txBody>
          <a:bodyPr/>
          <a:lstStyle/>
          <a:p>
            <a:endParaRPr lang="de-DE"/>
          </a:p>
        </p:txBody>
      </p:sp>
      <p:sp>
        <p:nvSpPr>
          <p:cNvPr id="38" name="Fußzeilenplatzhalter 37">
            <a:extLst>
              <a:ext uri="{FF2B5EF4-FFF2-40B4-BE49-F238E27FC236}">
                <a16:creationId xmlns:a16="http://schemas.microsoft.com/office/drawing/2014/main" id="{47C495DB-3267-BFE8-6A0B-96FED800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invGray"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39" name="Foliennummernplatzhalter 38">
            <a:extLst>
              <a:ext uri="{FF2B5EF4-FFF2-40B4-BE49-F238E27FC236}">
                <a16:creationId xmlns:a16="http://schemas.microsoft.com/office/drawing/2014/main" id="{9799A997-E0CF-7BD8-878F-23DAE779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invGray">
          <a:xfrm>
            <a:off x="0" y="6854400"/>
            <a:ext cx="3600" cy="360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89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011020F-DA96-AE3B-F4BB-057C2A83B4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7" y="836613"/>
            <a:ext cx="8351838" cy="86274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056503-67FE-A153-32B5-17DF933955A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623887" y="1989138"/>
            <a:ext cx="8351838" cy="40322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7366AC-A066-CD53-8CB3-31BF7D829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0" y="6854400"/>
            <a:ext cx="3600" cy="36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">
                <a:noFill/>
                <a:latin typeface="Georgia" panose="02040502050405020303" pitchFamily="18" charset="0"/>
              </a:defRPr>
            </a:lvl1pPr>
          </a:lstStyle>
          <a:p>
            <a:r>
              <a:rPr lang="de-DE"/>
              <a:t>Logo/Form - bitte nicht deaktivieren</a:t>
            </a:r>
            <a:endParaRPr lang="de-DE" dirty="0"/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07B1DCB9-E21A-08B5-754E-748F5177F66B}"/>
              </a:ext>
            </a:extLst>
          </p:cNvPr>
          <p:cNvGrpSpPr/>
          <p:nvPr userDrawn="1"/>
        </p:nvGrpSpPr>
        <p:grpSpPr bwMode="gray">
          <a:xfrm>
            <a:off x="11127281" y="6308725"/>
            <a:ext cx="728169" cy="225966"/>
            <a:chOff x="11127281" y="6308725"/>
            <a:chExt cx="728169" cy="225966"/>
          </a:xfrm>
        </p:grpSpPr>
        <p:sp>
          <p:nvSpPr>
            <p:cNvPr id="40" name="Freeform 5">
              <a:extLst>
                <a:ext uri="{FF2B5EF4-FFF2-40B4-BE49-F238E27FC236}">
                  <a16:creationId xmlns:a16="http://schemas.microsoft.com/office/drawing/2014/main" id="{532CA15E-DF40-A0D4-B0CE-198C006E41E8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127281" y="6309945"/>
              <a:ext cx="56858" cy="62226"/>
            </a:xfrm>
            <a:custGeom>
              <a:avLst/>
              <a:gdLst>
                <a:gd name="T0" fmla="*/ 41 w 98"/>
                <a:gd name="T1" fmla="*/ 107 h 107"/>
                <a:gd name="T2" fmla="*/ 0 w 98"/>
                <a:gd name="T3" fmla="*/ 107 h 107"/>
                <a:gd name="T4" fmla="*/ 0 w 98"/>
                <a:gd name="T5" fmla="*/ 0 h 107"/>
                <a:gd name="T6" fmla="*/ 41 w 98"/>
                <a:gd name="T7" fmla="*/ 0 h 107"/>
                <a:gd name="T8" fmla="*/ 98 w 98"/>
                <a:gd name="T9" fmla="*/ 53 h 107"/>
                <a:gd name="T10" fmla="*/ 98 w 98"/>
                <a:gd name="T11" fmla="*/ 54 h 107"/>
                <a:gd name="T12" fmla="*/ 41 w 98"/>
                <a:gd name="T13" fmla="*/ 107 h 107"/>
                <a:gd name="T14" fmla="*/ 73 w 98"/>
                <a:gd name="T15" fmla="*/ 54 h 107"/>
                <a:gd name="T16" fmla="*/ 41 w 98"/>
                <a:gd name="T17" fmla="*/ 21 h 107"/>
                <a:gd name="T18" fmla="*/ 23 w 98"/>
                <a:gd name="T19" fmla="*/ 21 h 107"/>
                <a:gd name="T20" fmla="*/ 23 w 98"/>
                <a:gd name="T21" fmla="*/ 86 h 107"/>
                <a:gd name="T22" fmla="*/ 41 w 98"/>
                <a:gd name="T23" fmla="*/ 86 h 107"/>
                <a:gd name="T24" fmla="*/ 73 w 98"/>
                <a:gd name="T25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07">
                  <a:moveTo>
                    <a:pt x="41" y="107"/>
                  </a:move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75" y="0"/>
                    <a:pt x="98" y="23"/>
                    <a:pt x="98" y="53"/>
                  </a:cubicBezTo>
                  <a:cubicBezTo>
                    <a:pt x="98" y="54"/>
                    <a:pt x="98" y="54"/>
                    <a:pt x="98" y="54"/>
                  </a:cubicBezTo>
                  <a:cubicBezTo>
                    <a:pt x="98" y="84"/>
                    <a:pt x="75" y="107"/>
                    <a:pt x="41" y="107"/>
                  </a:cubicBezTo>
                  <a:close/>
                  <a:moveTo>
                    <a:pt x="73" y="54"/>
                  </a:moveTo>
                  <a:cubicBezTo>
                    <a:pt x="73" y="35"/>
                    <a:pt x="60" y="21"/>
                    <a:pt x="41" y="21"/>
                  </a:cubicBezTo>
                  <a:cubicBezTo>
                    <a:pt x="23" y="21"/>
                    <a:pt x="23" y="21"/>
                    <a:pt x="23" y="21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41" y="86"/>
                    <a:pt x="41" y="86"/>
                    <a:pt x="41" y="86"/>
                  </a:cubicBezTo>
                  <a:cubicBezTo>
                    <a:pt x="60" y="86"/>
                    <a:pt x="73" y="73"/>
                    <a:pt x="73" y="54"/>
                  </a:cubicBezTo>
                  <a:close/>
                </a:path>
              </a:pathLst>
            </a:cu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Rectangle 6">
              <a:extLst>
                <a:ext uri="{FF2B5EF4-FFF2-40B4-BE49-F238E27FC236}">
                  <a16:creationId xmlns:a16="http://schemas.microsoft.com/office/drawing/2014/main" id="{E4BBECCC-C1C6-B1AC-D976-20F99C09B9B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1193412" y="6309945"/>
              <a:ext cx="13421" cy="62226"/>
            </a:xfrm>
            <a:prstGeom prst="rect">
              <a:avLst/>
            </a:pr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7">
              <a:extLst>
                <a:ext uri="{FF2B5EF4-FFF2-40B4-BE49-F238E27FC236}">
                  <a16:creationId xmlns:a16="http://schemas.microsoft.com/office/drawing/2014/main" id="{45EEFF52-6C03-1A4B-87B3-041A4E2A87B1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19034" y="6309945"/>
              <a:ext cx="53197" cy="62226"/>
            </a:xfrm>
            <a:custGeom>
              <a:avLst/>
              <a:gdLst>
                <a:gd name="T0" fmla="*/ 65 w 92"/>
                <a:gd name="T1" fmla="*/ 107 h 107"/>
                <a:gd name="T2" fmla="*/ 42 w 92"/>
                <a:gd name="T3" fmla="*/ 73 h 107"/>
                <a:gd name="T4" fmla="*/ 24 w 92"/>
                <a:gd name="T5" fmla="*/ 73 h 107"/>
                <a:gd name="T6" fmla="*/ 24 w 92"/>
                <a:gd name="T7" fmla="*/ 107 h 107"/>
                <a:gd name="T8" fmla="*/ 0 w 92"/>
                <a:gd name="T9" fmla="*/ 107 h 107"/>
                <a:gd name="T10" fmla="*/ 0 w 92"/>
                <a:gd name="T11" fmla="*/ 0 h 107"/>
                <a:gd name="T12" fmla="*/ 49 w 92"/>
                <a:gd name="T13" fmla="*/ 0 h 107"/>
                <a:gd name="T14" fmla="*/ 89 w 92"/>
                <a:gd name="T15" fmla="*/ 36 h 107"/>
                <a:gd name="T16" fmla="*/ 89 w 92"/>
                <a:gd name="T17" fmla="*/ 36 h 107"/>
                <a:gd name="T18" fmla="*/ 66 w 92"/>
                <a:gd name="T19" fmla="*/ 69 h 107"/>
                <a:gd name="T20" fmla="*/ 92 w 92"/>
                <a:gd name="T21" fmla="*/ 107 h 107"/>
                <a:gd name="T22" fmla="*/ 65 w 92"/>
                <a:gd name="T23" fmla="*/ 107 h 107"/>
                <a:gd name="T24" fmla="*/ 65 w 92"/>
                <a:gd name="T25" fmla="*/ 37 h 107"/>
                <a:gd name="T26" fmla="*/ 47 w 92"/>
                <a:gd name="T27" fmla="*/ 21 h 107"/>
                <a:gd name="T28" fmla="*/ 24 w 92"/>
                <a:gd name="T29" fmla="*/ 21 h 107"/>
                <a:gd name="T30" fmla="*/ 24 w 92"/>
                <a:gd name="T31" fmla="*/ 52 h 107"/>
                <a:gd name="T32" fmla="*/ 47 w 92"/>
                <a:gd name="T33" fmla="*/ 52 h 107"/>
                <a:gd name="T34" fmla="*/ 65 w 92"/>
                <a:gd name="T35" fmla="*/ 3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2" h="107">
                  <a:moveTo>
                    <a:pt x="65" y="107"/>
                  </a:moveTo>
                  <a:cubicBezTo>
                    <a:pt x="42" y="73"/>
                    <a:pt x="42" y="73"/>
                    <a:pt x="42" y="73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4" y="107"/>
                    <a:pt x="24" y="107"/>
                    <a:pt x="24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74" y="0"/>
                    <a:pt x="89" y="13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53"/>
                    <a:pt x="79" y="64"/>
                    <a:pt x="66" y="69"/>
                  </a:cubicBezTo>
                  <a:cubicBezTo>
                    <a:pt x="92" y="107"/>
                    <a:pt x="92" y="107"/>
                    <a:pt x="92" y="107"/>
                  </a:cubicBezTo>
                  <a:lnTo>
                    <a:pt x="65" y="107"/>
                  </a:lnTo>
                  <a:close/>
                  <a:moveTo>
                    <a:pt x="65" y="37"/>
                  </a:moveTo>
                  <a:cubicBezTo>
                    <a:pt x="65" y="27"/>
                    <a:pt x="58" y="21"/>
                    <a:pt x="47" y="21"/>
                  </a:cubicBezTo>
                  <a:cubicBezTo>
                    <a:pt x="24" y="21"/>
                    <a:pt x="24" y="21"/>
                    <a:pt x="24" y="21"/>
                  </a:cubicBezTo>
                  <a:cubicBezTo>
                    <a:pt x="24" y="52"/>
                    <a:pt x="24" y="52"/>
                    <a:pt x="24" y="52"/>
                  </a:cubicBezTo>
                  <a:cubicBezTo>
                    <a:pt x="47" y="52"/>
                    <a:pt x="47" y="52"/>
                    <a:pt x="47" y="52"/>
                  </a:cubicBezTo>
                  <a:cubicBezTo>
                    <a:pt x="59" y="52"/>
                    <a:pt x="65" y="46"/>
                    <a:pt x="65" y="37"/>
                  </a:cubicBezTo>
                  <a:close/>
                </a:path>
              </a:pathLst>
            </a:cu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8">
              <a:extLst>
                <a:ext uri="{FF2B5EF4-FFF2-40B4-BE49-F238E27FC236}">
                  <a16:creationId xmlns:a16="http://schemas.microsoft.com/office/drawing/2014/main" id="{88199E0E-2883-C695-C3AE-819EEAF3B07F}"/>
                </a:ext>
              </a:extLst>
            </p:cNvPr>
            <p:cNvSpPr>
              <a:spLocks/>
            </p:cNvSpPr>
            <p:nvPr/>
          </p:nvSpPr>
          <p:spPr bwMode="gray">
            <a:xfrm>
              <a:off x="11280284" y="6309945"/>
              <a:ext cx="46365" cy="62226"/>
            </a:xfrm>
            <a:custGeom>
              <a:avLst/>
              <a:gdLst>
                <a:gd name="T0" fmla="*/ 0 w 190"/>
                <a:gd name="T1" fmla="*/ 255 h 255"/>
                <a:gd name="T2" fmla="*/ 0 w 190"/>
                <a:gd name="T3" fmla="*/ 0 h 255"/>
                <a:gd name="T4" fmla="*/ 190 w 190"/>
                <a:gd name="T5" fmla="*/ 0 h 255"/>
                <a:gd name="T6" fmla="*/ 190 w 190"/>
                <a:gd name="T7" fmla="*/ 50 h 255"/>
                <a:gd name="T8" fmla="*/ 55 w 190"/>
                <a:gd name="T9" fmla="*/ 50 h 255"/>
                <a:gd name="T10" fmla="*/ 55 w 190"/>
                <a:gd name="T11" fmla="*/ 103 h 255"/>
                <a:gd name="T12" fmla="*/ 174 w 190"/>
                <a:gd name="T13" fmla="*/ 103 h 255"/>
                <a:gd name="T14" fmla="*/ 174 w 190"/>
                <a:gd name="T15" fmla="*/ 153 h 255"/>
                <a:gd name="T16" fmla="*/ 55 w 190"/>
                <a:gd name="T17" fmla="*/ 153 h 255"/>
                <a:gd name="T18" fmla="*/ 55 w 190"/>
                <a:gd name="T19" fmla="*/ 205 h 255"/>
                <a:gd name="T20" fmla="*/ 190 w 190"/>
                <a:gd name="T21" fmla="*/ 205 h 255"/>
                <a:gd name="T22" fmla="*/ 190 w 190"/>
                <a:gd name="T23" fmla="*/ 255 h 255"/>
                <a:gd name="T24" fmla="*/ 0 w 190"/>
                <a:gd name="T25" fmla="*/ 255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0" h="255">
                  <a:moveTo>
                    <a:pt x="0" y="255"/>
                  </a:moveTo>
                  <a:lnTo>
                    <a:pt x="0" y="0"/>
                  </a:lnTo>
                  <a:lnTo>
                    <a:pt x="190" y="0"/>
                  </a:lnTo>
                  <a:lnTo>
                    <a:pt x="190" y="50"/>
                  </a:lnTo>
                  <a:lnTo>
                    <a:pt x="55" y="50"/>
                  </a:lnTo>
                  <a:lnTo>
                    <a:pt x="55" y="103"/>
                  </a:lnTo>
                  <a:lnTo>
                    <a:pt x="174" y="103"/>
                  </a:lnTo>
                  <a:lnTo>
                    <a:pt x="174" y="153"/>
                  </a:lnTo>
                  <a:lnTo>
                    <a:pt x="55" y="153"/>
                  </a:lnTo>
                  <a:lnTo>
                    <a:pt x="55" y="205"/>
                  </a:lnTo>
                  <a:lnTo>
                    <a:pt x="190" y="205"/>
                  </a:lnTo>
                  <a:lnTo>
                    <a:pt x="190" y="255"/>
                  </a:lnTo>
                  <a:lnTo>
                    <a:pt x="0" y="255"/>
                  </a:lnTo>
                  <a:close/>
                </a:path>
              </a:pathLst>
            </a:cu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57296DC6-1A15-1A31-D101-EE6BECF53F5F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33238" y="6308725"/>
              <a:ext cx="56614" cy="64666"/>
            </a:xfrm>
            <a:custGeom>
              <a:avLst/>
              <a:gdLst>
                <a:gd name="T0" fmla="*/ 54 w 98"/>
                <a:gd name="T1" fmla="*/ 111 h 111"/>
                <a:gd name="T2" fmla="*/ 0 w 98"/>
                <a:gd name="T3" fmla="*/ 56 h 111"/>
                <a:gd name="T4" fmla="*/ 0 w 98"/>
                <a:gd name="T5" fmla="*/ 56 h 111"/>
                <a:gd name="T6" fmla="*/ 55 w 98"/>
                <a:gd name="T7" fmla="*/ 0 h 111"/>
                <a:gd name="T8" fmla="*/ 97 w 98"/>
                <a:gd name="T9" fmla="*/ 17 h 111"/>
                <a:gd name="T10" fmla="*/ 82 w 98"/>
                <a:gd name="T11" fmla="*/ 34 h 111"/>
                <a:gd name="T12" fmla="*/ 55 w 98"/>
                <a:gd name="T13" fmla="*/ 22 h 111"/>
                <a:gd name="T14" fmla="*/ 24 w 98"/>
                <a:gd name="T15" fmla="*/ 55 h 111"/>
                <a:gd name="T16" fmla="*/ 24 w 98"/>
                <a:gd name="T17" fmla="*/ 56 h 111"/>
                <a:gd name="T18" fmla="*/ 55 w 98"/>
                <a:gd name="T19" fmla="*/ 89 h 111"/>
                <a:gd name="T20" fmla="*/ 83 w 98"/>
                <a:gd name="T21" fmla="*/ 77 h 111"/>
                <a:gd name="T22" fmla="*/ 98 w 98"/>
                <a:gd name="T23" fmla="*/ 92 h 111"/>
                <a:gd name="T24" fmla="*/ 54 w 98"/>
                <a:gd name="T2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8" h="111">
                  <a:moveTo>
                    <a:pt x="54" y="111"/>
                  </a:moveTo>
                  <a:cubicBezTo>
                    <a:pt x="23" y="111"/>
                    <a:pt x="0" y="87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25"/>
                    <a:pt x="22" y="0"/>
                    <a:pt x="55" y="0"/>
                  </a:cubicBezTo>
                  <a:cubicBezTo>
                    <a:pt x="75" y="0"/>
                    <a:pt x="87" y="7"/>
                    <a:pt x="97" y="17"/>
                  </a:cubicBezTo>
                  <a:cubicBezTo>
                    <a:pt x="82" y="34"/>
                    <a:pt x="82" y="34"/>
                    <a:pt x="82" y="34"/>
                  </a:cubicBezTo>
                  <a:cubicBezTo>
                    <a:pt x="74" y="27"/>
                    <a:pt x="65" y="22"/>
                    <a:pt x="55" y="22"/>
                  </a:cubicBezTo>
                  <a:cubicBezTo>
                    <a:pt x="37" y="22"/>
                    <a:pt x="24" y="37"/>
                    <a:pt x="24" y="55"/>
                  </a:cubicBezTo>
                  <a:cubicBezTo>
                    <a:pt x="24" y="56"/>
                    <a:pt x="24" y="56"/>
                    <a:pt x="24" y="56"/>
                  </a:cubicBezTo>
                  <a:cubicBezTo>
                    <a:pt x="24" y="74"/>
                    <a:pt x="37" y="89"/>
                    <a:pt x="55" y="89"/>
                  </a:cubicBezTo>
                  <a:cubicBezTo>
                    <a:pt x="67" y="89"/>
                    <a:pt x="74" y="85"/>
                    <a:pt x="83" y="77"/>
                  </a:cubicBezTo>
                  <a:cubicBezTo>
                    <a:pt x="98" y="92"/>
                    <a:pt x="98" y="92"/>
                    <a:pt x="98" y="92"/>
                  </a:cubicBezTo>
                  <a:cubicBezTo>
                    <a:pt x="87" y="104"/>
                    <a:pt x="75" y="111"/>
                    <a:pt x="54" y="111"/>
                  </a:cubicBezTo>
                  <a:close/>
                </a:path>
              </a:pathLst>
            </a:cu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10">
              <a:extLst>
                <a:ext uri="{FF2B5EF4-FFF2-40B4-BE49-F238E27FC236}">
                  <a16:creationId xmlns:a16="http://schemas.microsoft.com/office/drawing/2014/main" id="{26FCCB5C-344F-E470-043A-6B18E991C0D9}"/>
                </a:ext>
              </a:extLst>
            </p:cNvPr>
            <p:cNvSpPr>
              <a:spLocks/>
            </p:cNvSpPr>
            <p:nvPr/>
          </p:nvSpPr>
          <p:spPr bwMode="gray">
            <a:xfrm>
              <a:off x="11393512" y="6309945"/>
              <a:ext cx="51001" cy="62226"/>
            </a:xfrm>
            <a:custGeom>
              <a:avLst/>
              <a:gdLst>
                <a:gd name="T0" fmla="*/ 133 w 209"/>
                <a:gd name="T1" fmla="*/ 53 h 255"/>
                <a:gd name="T2" fmla="*/ 133 w 209"/>
                <a:gd name="T3" fmla="*/ 255 h 255"/>
                <a:gd name="T4" fmla="*/ 78 w 209"/>
                <a:gd name="T5" fmla="*/ 255 h 255"/>
                <a:gd name="T6" fmla="*/ 78 w 209"/>
                <a:gd name="T7" fmla="*/ 53 h 255"/>
                <a:gd name="T8" fmla="*/ 0 w 209"/>
                <a:gd name="T9" fmla="*/ 53 h 255"/>
                <a:gd name="T10" fmla="*/ 0 w 209"/>
                <a:gd name="T11" fmla="*/ 0 h 255"/>
                <a:gd name="T12" fmla="*/ 209 w 209"/>
                <a:gd name="T13" fmla="*/ 0 h 255"/>
                <a:gd name="T14" fmla="*/ 209 w 209"/>
                <a:gd name="T15" fmla="*/ 53 h 255"/>
                <a:gd name="T16" fmla="*/ 133 w 209"/>
                <a:gd name="T17" fmla="*/ 53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9" h="255">
                  <a:moveTo>
                    <a:pt x="133" y="53"/>
                  </a:moveTo>
                  <a:lnTo>
                    <a:pt x="133" y="255"/>
                  </a:lnTo>
                  <a:lnTo>
                    <a:pt x="78" y="255"/>
                  </a:lnTo>
                  <a:lnTo>
                    <a:pt x="78" y="53"/>
                  </a:lnTo>
                  <a:lnTo>
                    <a:pt x="0" y="53"/>
                  </a:lnTo>
                  <a:lnTo>
                    <a:pt x="0" y="0"/>
                  </a:lnTo>
                  <a:lnTo>
                    <a:pt x="209" y="0"/>
                  </a:lnTo>
                  <a:lnTo>
                    <a:pt x="209" y="53"/>
                  </a:lnTo>
                  <a:lnTo>
                    <a:pt x="133" y="53"/>
                  </a:lnTo>
                  <a:close/>
                </a:path>
              </a:pathLst>
            </a:custGeom>
            <a:solidFill>
              <a:srgbClr val="8111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B8130CE9-6B14-1E27-47CE-38C95EC1B5AA}"/>
                </a:ext>
              </a:extLst>
            </p:cNvPr>
            <p:cNvSpPr>
              <a:spLocks noEditPoints="1"/>
            </p:cNvSpPr>
            <p:nvPr/>
          </p:nvSpPr>
          <p:spPr bwMode="gray">
            <a:xfrm>
              <a:off x="11240508" y="6311165"/>
              <a:ext cx="614942" cy="223526"/>
            </a:xfrm>
            <a:custGeom>
              <a:avLst/>
              <a:gdLst>
                <a:gd name="T0" fmla="*/ 1012 w 1061"/>
                <a:gd name="T1" fmla="*/ 283 h 384"/>
                <a:gd name="T2" fmla="*/ 978 w 1061"/>
                <a:gd name="T3" fmla="*/ 1 h 384"/>
                <a:gd name="T4" fmla="*/ 946 w 1061"/>
                <a:gd name="T5" fmla="*/ 139 h 384"/>
                <a:gd name="T6" fmla="*/ 825 w 1061"/>
                <a:gd name="T7" fmla="*/ 169 h 384"/>
                <a:gd name="T8" fmla="*/ 786 w 1061"/>
                <a:gd name="T9" fmla="*/ 273 h 384"/>
                <a:gd name="T10" fmla="*/ 904 w 1061"/>
                <a:gd name="T11" fmla="*/ 383 h 384"/>
                <a:gd name="T12" fmla="*/ 975 w 1061"/>
                <a:gd name="T13" fmla="*/ 352 h 384"/>
                <a:gd name="T14" fmla="*/ 1026 w 1061"/>
                <a:gd name="T15" fmla="*/ 377 h 384"/>
                <a:gd name="T16" fmla="*/ 1028 w 1061"/>
                <a:gd name="T17" fmla="*/ 323 h 384"/>
                <a:gd name="T18" fmla="*/ 933 w 1061"/>
                <a:gd name="T19" fmla="*/ 311 h 384"/>
                <a:gd name="T20" fmla="*/ 867 w 1061"/>
                <a:gd name="T21" fmla="*/ 315 h 384"/>
                <a:gd name="T22" fmla="*/ 872 w 1061"/>
                <a:gd name="T23" fmla="*/ 209 h 384"/>
                <a:gd name="T24" fmla="*/ 946 w 1061"/>
                <a:gd name="T25" fmla="*/ 196 h 384"/>
                <a:gd name="T26" fmla="*/ 446 w 1061"/>
                <a:gd name="T27" fmla="*/ 97 h 384"/>
                <a:gd name="T28" fmla="*/ 478 w 1061"/>
                <a:gd name="T29" fmla="*/ 83 h 384"/>
                <a:gd name="T30" fmla="*/ 479 w 1061"/>
                <a:gd name="T31" fmla="*/ 83 h 384"/>
                <a:gd name="T32" fmla="*/ 479 w 1061"/>
                <a:gd name="T33" fmla="*/ 83 h 384"/>
                <a:gd name="T34" fmla="*/ 490 w 1061"/>
                <a:gd name="T35" fmla="*/ 55 h 384"/>
                <a:gd name="T36" fmla="*/ 476 w 1061"/>
                <a:gd name="T37" fmla="*/ 20 h 384"/>
                <a:gd name="T38" fmla="*/ 445 w 1061"/>
                <a:gd name="T39" fmla="*/ 8 h 384"/>
                <a:gd name="T40" fmla="*/ 413 w 1061"/>
                <a:gd name="T41" fmla="*/ 22 h 384"/>
                <a:gd name="T42" fmla="*/ 415 w 1061"/>
                <a:gd name="T43" fmla="*/ 85 h 384"/>
                <a:gd name="T44" fmla="*/ 662 w 1061"/>
                <a:gd name="T45" fmla="*/ 142 h 384"/>
                <a:gd name="T46" fmla="*/ 604 w 1061"/>
                <a:gd name="T47" fmla="*/ 157 h 384"/>
                <a:gd name="T48" fmla="*/ 542 w 1061"/>
                <a:gd name="T49" fmla="*/ 160 h 384"/>
                <a:gd name="T50" fmla="*/ 549 w 1061"/>
                <a:gd name="T51" fmla="*/ 238 h 384"/>
                <a:gd name="T52" fmla="*/ 515 w 1061"/>
                <a:gd name="T53" fmla="*/ 329 h 384"/>
                <a:gd name="T54" fmla="*/ 478 w 1061"/>
                <a:gd name="T55" fmla="*/ 279 h 384"/>
                <a:gd name="T56" fmla="*/ 450 w 1061"/>
                <a:gd name="T57" fmla="*/ 142 h 384"/>
                <a:gd name="T58" fmla="*/ 411 w 1061"/>
                <a:gd name="T59" fmla="*/ 160 h 384"/>
                <a:gd name="T60" fmla="*/ 414 w 1061"/>
                <a:gd name="T61" fmla="*/ 238 h 384"/>
                <a:gd name="T62" fmla="*/ 380 w 1061"/>
                <a:gd name="T63" fmla="*/ 329 h 384"/>
                <a:gd name="T64" fmla="*/ 344 w 1061"/>
                <a:gd name="T65" fmla="*/ 291 h 384"/>
                <a:gd name="T66" fmla="*/ 346 w 1061"/>
                <a:gd name="T67" fmla="*/ 226 h 384"/>
                <a:gd name="T68" fmla="*/ 255 w 1061"/>
                <a:gd name="T69" fmla="*/ 144 h 384"/>
                <a:gd name="T70" fmla="*/ 105 w 1061"/>
                <a:gd name="T71" fmla="*/ 142 h 384"/>
                <a:gd name="T72" fmla="*/ 0 w 1061"/>
                <a:gd name="T73" fmla="*/ 301 h 384"/>
                <a:gd name="T74" fmla="*/ 39 w 1061"/>
                <a:gd name="T75" fmla="*/ 378 h 384"/>
                <a:gd name="T76" fmla="*/ 70 w 1061"/>
                <a:gd name="T77" fmla="*/ 358 h 384"/>
                <a:gd name="T78" fmla="*/ 73 w 1061"/>
                <a:gd name="T79" fmla="*/ 252 h 384"/>
                <a:gd name="T80" fmla="*/ 112 w 1061"/>
                <a:gd name="T81" fmla="*/ 200 h 384"/>
                <a:gd name="T82" fmla="*/ 148 w 1061"/>
                <a:gd name="T83" fmla="*/ 237 h 384"/>
                <a:gd name="T84" fmla="*/ 146 w 1061"/>
                <a:gd name="T85" fmla="*/ 360 h 384"/>
                <a:gd name="T86" fmla="*/ 182 w 1061"/>
                <a:gd name="T87" fmla="*/ 378 h 384"/>
                <a:gd name="T88" fmla="*/ 214 w 1061"/>
                <a:gd name="T89" fmla="*/ 352 h 384"/>
                <a:gd name="T90" fmla="*/ 253 w 1061"/>
                <a:gd name="T91" fmla="*/ 201 h 384"/>
                <a:gd name="T92" fmla="*/ 284 w 1061"/>
                <a:gd name="T93" fmla="*/ 290 h 384"/>
                <a:gd name="T94" fmla="*/ 375 w 1061"/>
                <a:gd name="T95" fmla="*/ 383 h 384"/>
                <a:gd name="T96" fmla="*/ 512 w 1061"/>
                <a:gd name="T97" fmla="*/ 384 h 384"/>
                <a:gd name="T98" fmla="*/ 612 w 1061"/>
                <a:gd name="T99" fmla="*/ 314 h 384"/>
                <a:gd name="T100" fmla="*/ 612 w 1061"/>
                <a:gd name="T101" fmla="*/ 218 h 384"/>
                <a:gd name="T102" fmla="*/ 658 w 1061"/>
                <a:gd name="T103" fmla="*/ 201 h 384"/>
                <a:gd name="T104" fmla="*/ 697 w 1061"/>
                <a:gd name="T105" fmla="*/ 268 h 384"/>
                <a:gd name="T106" fmla="*/ 693 w 1061"/>
                <a:gd name="T107" fmla="*/ 368 h 384"/>
                <a:gd name="T108" fmla="*/ 729 w 1061"/>
                <a:gd name="T109" fmla="*/ 382 h 384"/>
                <a:gd name="T110" fmla="*/ 764 w 1061"/>
                <a:gd name="T111" fmla="*/ 319 h 384"/>
                <a:gd name="T112" fmla="*/ 662 w 1061"/>
                <a:gd name="T113" fmla="*/ 142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61" h="384">
                  <a:moveTo>
                    <a:pt x="1028" y="323"/>
                  </a:moveTo>
                  <a:cubicBezTo>
                    <a:pt x="1021" y="319"/>
                    <a:pt x="1012" y="313"/>
                    <a:pt x="1012" y="283"/>
                  </a:cubicBezTo>
                  <a:cubicBezTo>
                    <a:pt x="1012" y="282"/>
                    <a:pt x="1021" y="13"/>
                    <a:pt x="1021" y="13"/>
                  </a:cubicBezTo>
                  <a:cubicBezTo>
                    <a:pt x="1021" y="13"/>
                    <a:pt x="1006" y="0"/>
                    <a:pt x="978" y="1"/>
                  </a:cubicBezTo>
                  <a:cubicBezTo>
                    <a:pt x="945" y="2"/>
                    <a:pt x="939" y="19"/>
                    <a:pt x="941" y="45"/>
                  </a:cubicBezTo>
                  <a:cubicBezTo>
                    <a:pt x="944" y="90"/>
                    <a:pt x="946" y="139"/>
                    <a:pt x="946" y="139"/>
                  </a:cubicBezTo>
                  <a:cubicBezTo>
                    <a:pt x="946" y="139"/>
                    <a:pt x="936" y="138"/>
                    <a:pt x="927" y="138"/>
                  </a:cubicBezTo>
                  <a:cubicBezTo>
                    <a:pt x="892" y="138"/>
                    <a:pt x="850" y="147"/>
                    <a:pt x="825" y="169"/>
                  </a:cubicBezTo>
                  <a:cubicBezTo>
                    <a:pt x="806" y="185"/>
                    <a:pt x="793" y="207"/>
                    <a:pt x="788" y="240"/>
                  </a:cubicBezTo>
                  <a:cubicBezTo>
                    <a:pt x="787" y="244"/>
                    <a:pt x="785" y="259"/>
                    <a:pt x="786" y="273"/>
                  </a:cubicBezTo>
                  <a:cubicBezTo>
                    <a:pt x="789" y="301"/>
                    <a:pt x="795" y="334"/>
                    <a:pt x="828" y="360"/>
                  </a:cubicBezTo>
                  <a:cubicBezTo>
                    <a:pt x="850" y="377"/>
                    <a:pt x="878" y="383"/>
                    <a:pt x="904" y="383"/>
                  </a:cubicBezTo>
                  <a:cubicBezTo>
                    <a:pt x="909" y="383"/>
                    <a:pt x="913" y="382"/>
                    <a:pt x="917" y="382"/>
                  </a:cubicBezTo>
                  <a:cubicBezTo>
                    <a:pt x="949" y="378"/>
                    <a:pt x="964" y="367"/>
                    <a:pt x="975" y="352"/>
                  </a:cubicBezTo>
                  <a:cubicBezTo>
                    <a:pt x="979" y="362"/>
                    <a:pt x="989" y="372"/>
                    <a:pt x="1004" y="376"/>
                  </a:cubicBezTo>
                  <a:cubicBezTo>
                    <a:pt x="1014" y="378"/>
                    <a:pt x="1025" y="378"/>
                    <a:pt x="1026" y="377"/>
                  </a:cubicBezTo>
                  <a:cubicBezTo>
                    <a:pt x="1057" y="368"/>
                    <a:pt x="1061" y="331"/>
                    <a:pt x="1059" y="330"/>
                  </a:cubicBezTo>
                  <a:cubicBezTo>
                    <a:pt x="1057" y="330"/>
                    <a:pt x="1040" y="330"/>
                    <a:pt x="1028" y="323"/>
                  </a:cubicBezTo>
                  <a:close/>
                  <a:moveTo>
                    <a:pt x="946" y="249"/>
                  </a:moveTo>
                  <a:cubicBezTo>
                    <a:pt x="945" y="274"/>
                    <a:pt x="944" y="298"/>
                    <a:pt x="933" y="311"/>
                  </a:cubicBezTo>
                  <a:cubicBezTo>
                    <a:pt x="925" y="321"/>
                    <a:pt x="914" y="325"/>
                    <a:pt x="900" y="325"/>
                  </a:cubicBezTo>
                  <a:cubicBezTo>
                    <a:pt x="891" y="325"/>
                    <a:pt x="878" y="324"/>
                    <a:pt x="867" y="315"/>
                  </a:cubicBezTo>
                  <a:cubicBezTo>
                    <a:pt x="853" y="304"/>
                    <a:pt x="848" y="286"/>
                    <a:pt x="847" y="270"/>
                  </a:cubicBezTo>
                  <a:cubicBezTo>
                    <a:pt x="847" y="250"/>
                    <a:pt x="851" y="226"/>
                    <a:pt x="872" y="209"/>
                  </a:cubicBezTo>
                  <a:cubicBezTo>
                    <a:pt x="886" y="197"/>
                    <a:pt x="909" y="194"/>
                    <a:pt x="924" y="194"/>
                  </a:cubicBezTo>
                  <a:cubicBezTo>
                    <a:pt x="934" y="194"/>
                    <a:pt x="942" y="195"/>
                    <a:pt x="946" y="196"/>
                  </a:cubicBezTo>
                  <a:cubicBezTo>
                    <a:pt x="946" y="204"/>
                    <a:pt x="947" y="228"/>
                    <a:pt x="946" y="249"/>
                  </a:cubicBezTo>
                  <a:close/>
                  <a:moveTo>
                    <a:pt x="446" y="97"/>
                  </a:moveTo>
                  <a:cubicBezTo>
                    <a:pt x="446" y="97"/>
                    <a:pt x="446" y="97"/>
                    <a:pt x="446" y="97"/>
                  </a:cubicBezTo>
                  <a:cubicBezTo>
                    <a:pt x="458" y="97"/>
                    <a:pt x="470" y="93"/>
                    <a:pt x="478" y="83"/>
                  </a:cubicBezTo>
                  <a:cubicBezTo>
                    <a:pt x="478" y="83"/>
                    <a:pt x="478" y="83"/>
                    <a:pt x="478" y="83"/>
                  </a:cubicBezTo>
                  <a:cubicBezTo>
                    <a:pt x="478" y="83"/>
                    <a:pt x="478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79" y="83"/>
                    <a:pt x="479" y="83"/>
                    <a:pt x="479" y="83"/>
                  </a:cubicBezTo>
                  <a:cubicBezTo>
                    <a:pt x="486" y="75"/>
                    <a:pt x="489" y="65"/>
                    <a:pt x="490" y="55"/>
                  </a:cubicBezTo>
                  <a:cubicBezTo>
                    <a:pt x="490" y="55"/>
                    <a:pt x="490" y="55"/>
                    <a:pt x="490" y="55"/>
                  </a:cubicBezTo>
                  <a:cubicBezTo>
                    <a:pt x="490" y="53"/>
                    <a:pt x="490" y="53"/>
                    <a:pt x="490" y="53"/>
                  </a:cubicBezTo>
                  <a:cubicBezTo>
                    <a:pt x="490" y="41"/>
                    <a:pt x="485" y="29"/>
                    <a:pt x="476" y="20"/>
                  </a:cubicBezTo>
                  <a:cubicBezTo>
                    <a:pt x="467" y="12"/>
                    <a:pt x="456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45" y="8"/>
                    <a:pt x="445" y="8"/>
                    <a:pt x="445" y="8"/>
                  </a:cubicBezTo>
                  <a:cubicBezTo>
                    <a:pt x="433" y="8"/>
                    <a:pt x="421" y="13"/>
                    <a:pt x="413" y="22"/>
                  </a:cubicBezTo>
                  <a:cubicBezTo>
                    <a:pt x="405" y="30"/>
                    <a:pt x="401" y="41"/>
                    <a:pt x="401" y="52"/>
                  </a:cubicBezTo>
                  <a:cubicBezTo>
                    <a:pt x="401" y="64"/>
                    <a:pt x="406" y="76"/>
                    <a:pt x="415" y="85"/>
                  </a:cubicBezTo>
                  <a:cubicBezTo>
                    <a:pt x="424" y="93"/>
                    <a:pt x="435" y="97"/>
                    <a:pt x="446" y="97"/>
                  </a:cubicBezTo>
                  <a:close/>
                  <a:moveTo>
                    <a:pt x="662" y="142"/>
                  </a:moveTo>
                  <a:cubicBezTo>
                    <a:pt x="661" y="142"/>
                    <a:pt x="660" y="142"/>
                    <a:pt x="659" y="142"/>
                  </a:cubicBezTo>
                  <a:cubicBezTo>
                    <a:pt x="641" y="143"/>
                    <a:pt x="621" y="148"/>
                    <a:pt x="604" y="157"/>
                  </a:cubicBezTo>
                  <a:cubicBezTo>
                    <a:pt x="600" y="151"/>
                    <a:pt x="591" y="144"/>
                    <a:pt x="577" y="143"/>
                  </a:cubicBezTo>
                  <a:cubicBezTo>
                    <a:pt x="568" y="143"/>
                    <a:pt x="552" y="145"/>
                    <a:pt x="542" y="160"/>
                  </a:cubicBezTo>
                  <a:cubicBezTo>
                    <a:pt x="539" y="165"/>
                    <a:pt x="538" y="171"/>
                    <a:pt x="538" y="177"/>
                  </a:cubicBezTo>
                  <a:cubicBezTo>
                    <a:pt x="538" y="193"/>
                    <a:pt x="544" y="202"/>
                    <a:pt x="549" y="238"/>
                  </a:cubicBezTo>
                  <a:cubicBezTo>
                    <a:pt x="554" y="276"/>
                    <a:pt x="553" y="301"/>
                    <a:pt x="542" y="315"/>
                  </a:cubicBezTo>
                  <a:cubicBezTo>
                    <a:pt x="536" y="324"/>
                    <a:pt x="526" y="329"/>
                    <a:pt x="515" y="329"/>
                  </a:cubicBezTo>
                  <a:cubicBezTo>
                    <a:pt x="506" y="329"/>
                    <a:pt x="497" y="326"/>
                    <a:pt x="490" y="319"/>
                  </a:cubicBezTo>
                  <a:cubicBezTo>
                    <a:pt x="482" y="312"/>
                    <a:pt x="478" y="297"/>
                    <a:pt x="478" y="279"/>
                  </a:cubicBezTo>
                  <a:cubicBezTo>
                    <a:pt x="478" y="243"/>
                    <a:pt x="494" y="178"/>
                    <a:pt x="493" y="175"/>
                  </a:cubicBezTo>
                  <a:cubicBezTo>
                    <a:pt x="493" y="173"/>
                    <a:pt x="480" y="145"/>
                    <a:pt x="450" y="142"/>
                  </a:cubicBezTo>
                  <a:cubicBezTo>
                    <a:pt x="449" y="142"/>
                    <a:pt x="448" y="142"/>
                    <a:pt x="447" y="142"/>
                  </a:cubicBezTo>
                  <a:cubicBezTo>
                    <a:pt x="437" y="142"/>
                    <a:pt x="421" y="146"/>
                    <a:pt x="411" y="160"/>
                  </a:cubicBezTo>
                  <a:cubicBezTo>
                    <a:pt x="406" y="167"/>
                    <a:pt x="404" y="175"/>
                    <a:pt x="404" y="183"/>
                  </a:cubicBezTo>
                  <a:cubicBezTo>
                    <a:pt x="405" y="199"/>
                    <a:pt x="411" y="217"/>
                    <a:pt x="414" y="238"/>
                  </a:cubicBezTo>
                  <a:cubicBezTo>
                    <a:pt x="418" y="261"/>
                    <a:pt x="421" y="298"/>
                    <a:pt x="408" y="315"/>
                  </a:cubicBezTo>
                  <a:cubicBezTo>
                    <a:pt x="401" y="323"/>
                    <a:pt x="393" y="329"/>
                    <a:pt x="380" y="329"/>
                  </a:cubicBezTo>
                  <a:cubicBezTo>
                    <a:pt x="379" y="329"/>
                    <a:pt x="378" y="329"/>
                    <a:pt x="377" y="329"/>
                  </a:cubicBezTo>
                  <a:cubicBezTo>
                    <a:pt x="357" y="327"/>
                    <a:pt x="345" y="314"/>
                    <a:pt x="344" y="291"/>
                  </a:cubicBezTo>
                  <a:cubicBezTo>
                    <a:pt x="344" y="290"/>
                    <a:pt x="344" y="289"/>
                    <a:pt x="344" y="289"/>
                  </a:cubicBezTo>
                  <a:cubicBezTo>
                    <a:pt x="344" y="271"/>
                    <a:pt x="346" y="241"/>
                    <a:pt x="346" y="226"/>
                  </a:cubicBezTo>
                  <a:cubicBezTo>
                    <a:pt x="346" y="220"/>
                    <a:pt x="346" y="214"/>
                    <a:pt x="344" y="208"/>
                  </a:cubicBezTo>
                  <a:cubicBezTo>
                    <a:pt x="335" y="167"/>
                    <a:pt x="301" y="144"/>
                    <a:pt x="255" y="144"/>
                  </a:cubicBezTo>
                  <a:cubicBezTo>
                    <a:pt x="221" y="144"/>
                    <a:pt x="196" y="154"/>
                    <a:pt x="182" y="173"/>
                  </a:cubicBezTo>
                  <a:cubicBezTo>
                    <a:pt x="167" y="153"/>
                    <a:pt x="132" y="142"/>
                    <a:pt x="105" y="142"/>
                  </a:cubicBezTo>
                  <a:cubicBezTo>
                    <a:pt x="79" y="142"/>
                    <a:pt x="23" y="157"/>
                    <a:pt x="8" y="212"/>
                  </a:cubicBezTo>
                  <a:cubicBezTo>
                    <a:pt x="2" y="233"/>
                    <a:pt x="0" y="276"/>
                    <a:pt x="0" y="301"/>
                  </a:cubicBezTo>
                  <a:cubicBezTo>
                    <a:pt x="0" y="336"/>
                    <a:pt x="3" y="368"/>
                    <a:pt x="3" y="368"/>
                  </a:cubicBezTo>
                  <a:cubicBezTo>
                    <a:pt x="3" y="368"/>
                    <a:pt x="16" y="378"/>
                    <a:pt x="39" y="378"/>
                  </a:cubicBezTo>
                  <a:cubicBezTo>
                    <a:pt x="40" y="378"/>
                    <a:pt x="41" y="378"/>
                    <a:pt x="42" y="378"/>
                  </a:cubicBezTo>
                  <a:cubicBezTo>
                    <a:pt x="49" y="378"/>
                    <a:pt x="65" y="375"/>
                    <a:pt x="70" y="358"/>
                  </a:cubicBezTo>
                  <a:cubicBezTo>
                    <a:pt x="73" y="346"/>
                    <a:pt x="73" y="327"/>
                    <a:pt x="73" y="307"/>
                  </a:cubicBezTo>
                  <a:cubicBezTo>
                    <a:pt x="73" y="295"/>
                    <a:pt x="73" y="254"/>
                    <a:pt x="73" y="252"/>
                  </a:cubicBezTo>
                  <a:cubicBezTo>
                    <a:pt x="73" y="229"/>
                    <a:pt x="76" y="221"/>
                    <a:pt x="84" y="212"/>
                  </a:cubicBezTo>
                  <a:cubicBezTo>
                    <a:pt x="89" y="205"/>
                    <a:pt x="102" y="200"/>
                    <a:pt x="112" y="200"/>
                  </a:cubicBezTo>
                  <a:cubicBezTo>
                    <a:pt x="122" y="200"/>
                    <a:pt x="131" y="202"/>
                    <a:pt x="137" y="209"/>
                  </a:cubicBezTo>
                  <a:cubicBezTo>
                    <a:pt x="147" y="218"/>
                    <a:pt x="147" y="225"/>
                    <a:pt x="148" y="237"/>
                  </a:cubicBezTo>
                  <a:cubicBezTo>
                    <a:pt x="148" y="241"/>
                    <a:pt x="146" y="334"/>
                    <a:pt x="146" y="351"/>
                  </a:cubicBezTo>
                  <a:cubicBezTo>
                    <a:pt x="146" y="355"/>
                    <a:pt x="146" y="357"/>
                    <a:pt x="146" y="360"/>
                  </a:cubicBezTo>
                  <a:cubicBezTo>
                    <a:pt x="148" y="369"/>
                    <a:pt x="155" y="378"/>
                    <a:pt x="179" y="378"/>
                  </a:cubicBezTo>
                  <a:cubicBezTo>
                    <a:pt x="180" y="379"/>
                    <a:pt x="181" y="378"/>
                    <a:pt x="182" y="378"/>
                  </a:cubicBezTo>
                  <a:cubicBezTo>
                    <a:pt x="194" y="378"/>
                    <a:pt x="202" y="376"/>
                    <a:pt x="207" y="371"/>
                  </a:cubicBezTo>
                  <a:cubicBezTo>
                    <a:pt x="213" y="366"/>
                    <a:pt x="214" y="359"/>
                    <a:pt x="214" y="352"/>
                  </a:cubicBezTo>
                  <a:cubicBezTo>
                    <a:pt x="214" y="352"/>
                    <a:pt x="211" y="255"/>
                    <a:pt x="212" y="237"/>
                  </a:cubicBezTo>
                  <a:cubicBezTo>
                    <a:pt x="214" y="208"/>
                    <a:pt x="233" y="199"/>
                    <a:pt x="253" y="201"/>
                  </a:cubicBezTo>
                  <a:cubicBezTo>
                    <a:pt x="275" y="202"/>
                    <a:pt x="286" y="219"/>
                    <a:pt x="285" y="242"/>
                  </a:cubicBezTo>
                  <a:cubicBezTo>
                    <a:pt x="285" y="263"/>
                    <a:pt x="284" y="277"/>
                    <a:pt x="284" y="290"/>
                  </a:cubicBezTo>
                  <a:cubicBezTo>
                    <a:pt x="284" y="310"/>
                    <a:pt x="287" y="334"/>
                    <a:pt x="302" y="352"/>
                  </a:cubicBezTo>
                  <a:cubicBezTo>
                    <a:pt x="321" y="375"/>
                    <a:pt x="349" y="383"/>
                    <a:pt x="375" y="383"/>
                  </a:cubicBezTo>
                  <a:cubicBezTo>
                    <a:pt x="405" y="383"/>
                    <a:pt x="433" y="372"/>
                    <a:pt x="446" y="360"/>
                  </a:cubicBezTo>
                  <a:cubicBezTo>
                    <a:pt x="462" y="377"/>
                    <a:pt x="494" y="384"/>
                    <a:pt x="512" y="384"/>
                  </a:cubicBezTo>
                  <a:cubicBezTo>
                    <a:pt x="513" y="384"/>
                    <a:pt x="513" y="384"/>
                    <a:pt x="513" y="384"/>
                  </a:cubicBezTo>
                  <a:cubicBezTo>
                    <a:pt x="551" y="384"/>
                    <a:pt x="601" y="371"/>
                    <a:pt x="612" y="314"/>
                  </a:cubicBezTo>
                  <a:cubicBezTo>
                    <a:pt x="614" y="304"/>
                    <a:pt x="615" y="293"/>
                    <a:pt x="615" y="283"/>
                  </a:cubicBezTo>
                  <a:cubicBezTo>
                    <a:pt x="615" y="263"/>
                    <a:pt x="612" y="231"/>
                    <a:pt x="612" y="218"/>
                  </a:cubicBezTo>
                  <a:cubicBezTo>
                    <a:pt x="620" y="209"/>
                    <a:pt x="638" y="201"/>
                    <a:pt x="655" y="201"/>
                  </a:cubicBezTo>
                  <a:cubicBezTo>
                    <a:pt x="656" y="201"/>
                    <a:pt x="657" y="201"/>
                    <a:pt x="658" y="201"/>
                  </a:cubicBezTo>
                  <a:cubicBezTo>
                    <a:pt x="671" y="202"/>
                    <a:pt x="678" y="206"/>
                    <a:pt x="684" y="211"/>
                  </a:cubicBezTo>
                  <a:cubicBezTo>
                    <a:pt x="702" y="227"/>
                    <a:pt x="698" y="255"/>
                    <a:pt x="697" y="268"/>
                  </a:cubicBezTo>
                  <a:cubicBezTo>
                    <a:pt x="695" y="294"/>
                    <a:pt x="688" y="321"/>
                    <a:pt x="687" y="343"/>
                  </a:cubicBezTo>
                  <a:cubicBezTo>
                    <a:pt x="687" y="353"/>
                    <a:pt x="688" y="361"/>
                    <a:pt x="693" y="368"/>
                  </a:cubicBezTo>
                  <a:cubicBezTo>
                    <a:pt x="702" y="381"/>
                    <a:pt x="719" y="382"/>
                    <a:pt x="727" y="383"/>
                  </a:cubicBezTo>
                  <a:cubicBezTo>
                    <a:pt x="728" y="383"/>
                    <a:pt x="729" y="382"/>
                    <a:pt x="729" y="382"/>
                  </a:cubicBezTo>
                  <a:cubicBezTo>
                    <a:pt x="754" y="381"/>
                    <a:pt x="762" y="366"/>
                    <a:pt x="762" y="366"/>
                  </a:cubicBezTo>
                  <a:cubicBezTo>
                    <a:pt x="762" y="366"/>
                    <a:pt x="764" y="345"/>
                    <a:pt x="764" y="319"/>
                  </a:cubicBezTo>
                  <a:cubicBezTo>
                    <a:pt x="763" y="287"/>
                    <a:pt x="765" y="236"/>
                    <a:pt x="757" y="210"/>
                  </a:cubicBezTo>
                  <a:cubicBezTo>
                    <a:pt x="744" y="163"/>
                    <a:pt x="705" y="142"/>
                    <a:pt x="662" y="142"/>
                  </a:cubicBezTo>
                  <a:close/>
                </a:path>
              </a:pathLst>
            </a:custGeom>
            <a:solidFill>
              <a:srgbClr val="8788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70" name="Foliennummernplatzhalter 5">
            <a:extLst>
              <a:ext uri="{FF2B5EF4-FFF2-40B4-BE49-F238E27FC236}">
                <a16:creationId xmlns:a16="http://schemas.microsoft.com/office/drawing/2014/main" id="{CAEBD302-F90E-0418-4D21-F99C62412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11568113" y="260350"/>
            <a:ext cx="288924" cy="288526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900" b="1"/>
            </a:lvl1pPr>
          </a:lstStyle>
          <a:p>
            <a:fld id="{131D3B53-F880-48BA-A2C6-F021E7AE1E2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CFA0B4-4D4B-38A7-9064-EE31C44BDF1C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0" y="6854400"/>
            <a:ext cx="3600" cy="3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617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7" r:id="rId6"/>
    <p:sldLayoutId id="2147483656" r:id="rId7"/>
    <p:sldLayoutId id="2147483658" r:id="rId8"/>
    <p:sldLayoutId id="2147483688" r:id="rId9"/>
    <p:sldLayoutId id="2147483690" r:id="rId10"/>
    <p:sldLayoutId id="2147483691" r:id="rId11"/>
    <p:sldLayoutId id="2147483660" r:id="rId12"/>
    <p:sldLayoutId id="2147483692" r:id="rId13"/>
    <p:sldLayoutId id="2147483693" r:id="rId14"/>
    <p:sldLayoutId id="2147483694" r:id="rId15"/>
    <p:sldLayoutId id="2147483695" r:id="rId16"/>
    <p:sldLayoutId id="2147483664" r:id="rId17"/>
    <p:sldLayoutId id="2147483697" r:id="rId18"/>
    <p:sldLayoutId id="2147483698" r:id="rId19"/>
    <p:sldLayoutId id="2147483699" r:id="rId20"/>
    <p:sldLayoutId id="2147483665" r:id="rId21"/>
    <p:sldLayoutId id="2147483666" r:id="rId22"/>
    <p:sldLayoutId id="2147483702" r:id="rId23"/>
    <p:sldLayoutId id="2147483701" r:id="rId24"/>
    <p:sldLayoutId id="2147483700" r:id="rId25"/>
    <p:sldLayoutId id="2147483696" r:id="rId26"/>
    <p:sldLayoutId id="2147483667" r:id="rId27"/>
    <p:sldLayoutId id="2147483668" r:id="rId28"/>
    <p:sldLayoutId id="2147483669" r:id="rId29"/>
    <p:sldLayoutId id="2147483670" r:id="rId30"/>
    <p:sldLayoutId id="2147483671" r:id="rId31"/>
    <p:sldLayoutId id="2147483672" r:id="rId32"/>
    <p:sldLayoutId id="2147483673" r:id="rId33"/>
    <p:sldLayoutId id="2147483674" r:id="rId34"/>
    <p:sldLayoutId id="2147483675" r:id="rId35"/>
    <p:sldLayoutId id="2147483676" r:id="rId36"/>
    <p:sldLayoutId id="2147483677" r:id="rId37"/>
    <p:sldLayoutId id="2147483679" r:id="rId38"/>
    <p:sldLayoutId id="2147483678" r:id="rId39"/>
    <p:sldLayoutId id="2147483680" r:id="rId40"/>
    <p:sldLayoutId id="2147483681" r:id="rId41"/>
    <p:sldLayoutId id="2147483682" r:id="rId42"/>
    <p:sldLayoutId id="2147483683" r:id="rId43"/>
    <p:sldLayoutId id="2147483684" r:id="rId44"/>
    <p:sldLayoutId id="2147483685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400" b="1" kern="1200">
          <a:solidFill>
            <a:sysClr val="windowText" lastClr="000000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00000"/>
        </a:lnSpc>
        <a:spcBef>
          <a:spcPts val="2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32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-216000" algn="l" defTabSz="914400" rtl="0" eaLnBrk="1" latinLnBrk="0" hangingPunct="1">
        <a:lnSpc>
          <a:spcPct val="100000"/>
        </a:lnSpc>
        <a:spcBef>
          <a:spcPts val="200"/>
        </a:spcBef>
        <a:spcAft>
          <a:spcPts val="600"/>
        </a:spcAft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432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800" b="0" kern="1200">
          <a:solidFill>
            <a:schemeClr val="bg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anose="020B0604020202020204" pitchFamily="34" charset="0"/>
        <a:buNone/>
        <a:defRPr sz="800" kern="1200">
          <a:solidFill>
            <a:schemeClr val="bg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A4A3A4"/>
          </p15:clr>
        </p15:guide>
        <p15:guide id="4" pos="393" userDrawn="1">
          <p15:clr>
            <a:srgbClr val="F26B43"/>
          </p15:clr>
        </p15:guide>
        <p15:guide id="5" pos="574" userDrawn="1">
          <p15:clr>
            <a:srgbClr val="A4A3A4"/>
          </p15:clr>
        </p15:guide>
        <p15:guide id="6" pos="756" userDrawn="1">
          <p15:clr>
            <a:srgbClr val="A4A3A4"/>
          </p15:clr>
        </p15:guide>
        <p15:guide id="7" pos="937" userDrawn="1">
          <p15:clr>
            <a:srgbClr val="A4A3A4"/>
          </p15:clr>
        </p15:guide>
        <p15:guide id="8" pos="1118" userDrawn="1">
          <p15:clr>
            <a:srgbClr val="A4A3A4"/>
          </p15:clr>
        </p15:guide>
        <p15:guide id="9" pos="1300" userDrawn="1">
          <p15:clr>
            <a:srgbClr val="A4A3A4"/>
          </p15:clr>
        </p15:guide>
        <p15:guide id="10" pos="1481" userDrawn="1">
          <p15:clr>
            <a:srgbClr val="A4A3A4"/>
          </p15:clr>
        </p15:guide>
        <p15:guide id="11" pos="1663" userDrawn="1">
          <p15:clr>
            <a:srgbClr val="A4A3A4"/>
          </p15:clr>
        </p15:guide>
        <p15:guide id="12" pos="1844" userDrawn="1">
          <p15:clr>
            <a:srgbClr val="A4A3A4"/>
          </p15:clr>
        </p15:guide>
        <p15:guide id="13" pos="2026" userDrawn="1">
          <p15:clr>
            <a:srgbClr val="F26B43"/>
          </p15:clr>
        </p15:guide>
        <p15:guide id="14" pos="2207" userDrawn="1">
          <p15:clr>
            <a:srgbClr val="F26B43"/>
          </p15:clr>
        </p15:guide>
        <p15:guide id="15" pos="2389" userDrawn="1">
          <p15:clr>
            <a:srgbClr val="A4A3A4"/>
          </p15:clr>
        </p15:guide>
        <p15:guide id="16" pos="2570" userDrawn="1">
          <p15:clr>
            <a:srgbClr val="A4A3A4"/>
          </p15:clr>
        </p15:guide>
        <p15:guide id="17" pos="2751" userDrawn="1">
          <p15:clr>
            <a:srgbClr val="A4A3A4"/>
          </p15:clr>
        </p15:guide>
        <p15:guide id="18" pos="2933" userDrawn="1">
          <p15:clr>
            <a:srgbClr val="A4A3A4"/>
          </p15:clr>
        </p15:guide>
        <p15:guide id="19" pos="3114" userDrawn="1">
          <p15:clr>
            <a:srgbClr val="A4A3A4"/>
          </p15:clr>
        </p15:guide>
        <p15:guide id="20" pos="3296" userDrawn="1">
          <p15:clr>
            <a:srgbClr val="A4A3A4"/>
          </p15:clr>
        </p15:guide>
        <p15:guide id="21" pos="3477" userDrawn="1">
          <p15:clr>
            <a:srgbClr val="A4A3A4"/>
          </p15:clr>
        </p15:guide>
        <p15:guide id="22" pos="3659" userDrawn="1">
          <p15:clr>
            <a:srgbClr val="A4A3A4"/>
          </p15:clr>
        </p15:guide>
        <p15:guide id="23" pos="4021" userDrawn="1">
          <p15:clr>
            <a:srgbClr val="F26B43"/>
          </p15:clr>
        </p15:guide>
        <p15:guide id="24" pos="4203" userDrawn="1">
          <p15:clr>
            <a:srgbClr val="A4A3A4"/>
          </p15:clr>
        </p15:guide>
        <p15:guide id="25" pos="4384" userDrawn="1">
          <p15:clr>
            <a:srgbClr val="A4A3A4"/>
          </p15:clr>
        </p15:guide>
        <p15:guide id="26" pos="4566" userDrawn="1">
          <p15:clr>
            <a:srgbClr val="A4A3A4"/>
          </p15:clr>
        </p15:guide>
        <p15:guide id="27" pos="4747" userDrawn="1">
          <p15:clr>
            <a:srgbClr val="A4A3A4"/>
          </p15:clr>
        </p15:guide>
        <p15:guide id="28" pos="4929" userDrawn="1">
          <p15:clr>
            <a:srgbClr val="A4A3A4"/>
          </p15:clr>
        </p15:guide>
        <p15:guide id="29" pos="5110" userDrawn="1">
          <p15:clr>
            <a:srgbClr val="A4A3A4"/>
          </p15:clr>
        </p15:guide>
        <p15:guide id="30" pos="5292" userDrawn="1">
          <p15:clr>
            <a:srgbClr val="A4A3A4"/>
          </p15:clr>
        </p15:guide>
        <p15:guide id="31" pos="5473" userDrawn="1">
          <p15:clr>
            <a:srgbClr val="A4A3A4"/>
          </p15:clr>
        </p15:guide>
        <p15:guide id="32" pos="5654" userDrawn="1">
          <p15:clr>
            <a:srgbClr val="F26B43"/>
          </p15:clr>
        </p15:guide>
        <p15:guide id="33" pos="5836" userDrawn="1">
          <p15:clr>
            <a:srgbClr val="F26B43"/>
          </p15:clr>
        </p15:guide>
        <p15:guide id="34" pos="6017" userDrawn="1">
          <p15:clr>
            <a:srgbClr val="A4A3A4"/>
          </p15:clr>
        </p15:guide>
        <p15:guide id="35" pos="6199" userDrawn="1">
          <p15:clr>
            <a:srgbClr val="A4A3A4"/>
          </p15:clr>
        </p15:guide>
        <p15:guide id="36" pos="6380" userDrawn="1">
          <p15:clr>
            <a:srgbClr val="A4A3A4"/>
          </p15:clr>
        </p15:guide>
        <p15:guide id="37" pos="6562" userDrawn="1">
          <p15:clr>
            <a:srgbClr val="A4A3A4"/>
          </p15:clr>
        </p15:guide>
        <p15:guide id="38" pos="6743" userDrawn="1">
          <p15:clr>
            <a:srgbClr val="A4A3A4"/>
          </p15:clr>
        </p15:guide>
        <p15:guide id="39" pos="6924" userDrawn="1">
          <p15:clr>
            <a:srgbClr val="A4A3A4"/>
          </p15:clr>
        </p15:guide>
        <p15:guide id="40" pos="7106" userDrawn="1">
          <p15:clr>
            <a:srgbClr val="A4A3A4"/>
          </p15:clr>
        </p15:guide>
        <p15:guide id="41" pos="7287" userDrawn="1">
          <p15:clr>
            <a:srgbClr val="A4A3A4"/>
          </p15:clr>
        </p15:guide>
        <p15:guide id="42" pos="7469" userDrawn="1">
          <p15:clr>
            <a:srgbClr val="F26B43"/>
          </p15:clr>
        </p15:guide>
        <p15:guide id="43" orient="horz" pos="346" userDrawn="1">
          <p15:clr>
            <a:srgbClr val="A4A3A4"/>
          </p15:clr>
        </p15:guide>
        <p15:guide id="44" orient="horz" pos="527" userDrawn="1">
          <p15:clr>
            <a:srgbClr val="F26B43"/>
          </p15:clr>
        </p15:guide>
        <p15:guide id="45" orient="horz" pos="709" userDrawn="1">
          <p15:clr>
            <a:srgbClr val="A4A3A4"/>
          </p15:clr>
        </p15:guide>
        <p15:guide id="46" orient="horz" pos="890" userDrawn="1">
          <p15:clr>
            <a:srgbClr val="A4A3A4"/>
          </p15:clr>
        </p15:guide>
        <p15:guide id="47" orient="horz" pos="1071" userDrawn="1">
          <p15:clr>
            <a:srgbClr val="F26B43"/>
          </p15:clr>
        </p15:guide>
        <p15:guide id="48" orient="horz" pos="1253" userDrawn="1">
          <p15:clr>
            <a:srgbClr val="F26B43"/>
          </p15:clr>
        </p15:guide>
        <p15:guide id="49" orient="horz" pos="1434" userDrawn="1">
          <p15:clr>
            <a:srgbClr val="A4A3A4"/>
          </p15:clr>
        </p15:guide>
        <p15:guide id="50" orient="horz" pos="1616" userDrawn="1">
          <p15:clr>
            <a:srgbClr val="A4A3A4"/>
          </p15:clr>
        </p15:guide>
        <p15:guide id="51" orient="horz" pos="1797" userDrawn="1">
          <p15:clr>
            <a:srgbClr val="A4A3A4"/>
          </p15:clr>
        </p15:guide>
        <p15:guide id="52" orient="horz" pos="1979" userDrawn="1">
          <p15:clr>
            <a:srgbClr val="A4A3A4"/>
          </p15:clr>
        </p15:guide>
        <p15:guide id="53" orient="horz" pos="2160" userDrawn="1">
          <p15:clr>
            <a:srgbClr val="A4A3A4"/>
          </p15:clr>
        </p15:guide>
        <p15:guide id="54" orient="horz" pos="2341" userDrawn="1">
          <p15:clr>
            <a:srgbClr val="A4A3A4"/>
          </p15:clr>
        </p15:guide>
        <p15:guide id="55" orient="horz" pos="2523" userDrawn="1">
          <p15:clr>
            <a:srgbClr val="A4A3A4"/>
          </p15:clr>
        </p15:guide>
        <p15:guide id="56" orient="horz" pos="2704" userDrawn="1">
          <p15:clr>
            <a:srgbClr val="A4A3A4"/>
          </p15:clr>
        </p15:guide>
        <p15:guide id="57" orient="horz" pos="2886" userDrawn="1">
          <p15:clr>
            <a:srgbClr val="A4A3A4"/>
          </p15:clr>
        </p15:guide>
        <p15:guide id="58" orient="horz" pos="3067" userDrawn="1">
          <p15:clr>
            <a:srgbClr val="A4A3A4"/>
          </p15:clr>
        </p15:guide>
        <p15:guide id="59" orient="horz" pos="3249" userDrawn="1">
          <p15:clr>
            <a:srgbClr val="A4A3A4"/>
          </p15:clr>
        </p15:guide>
        <p15:guide id="60" orient="horz" pos="3430" userDrawn="1">
          <p15:clr>
            <a:srgbClr val="A4A3A4"/>
          </p15:clr>
        </p15:guide>
        <p15:guide id="61" orient="horz" pos="3612" userDrawn="1">
          <p15:clr>
            <a:srgbClr val="A4A3A4"/>
          </p15:clr>
        </p15:guide>
        <p15:guide id="62" orient="horz" pos="3793" userDrawn="1">
          <p15:clr>
            <a:srgbClr val="F26B43"/>
          </p15:clr>
        </p15:guide>
        <p15:guide id="63" orient="horz" pos="3974" userDrawn="1">
          <p15:clr>
            <a:srgbClr val="A4A3A4"/>
          </p15:clr>
        </p15:guide>
        <p15:guide id="64" orient="horz" pos="415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wpilots.com/de/schulungen/security-awareness-training/" TargetMode="External"/><Relationship Id="rId2" Type="http://schemas.openxmlformats.org/officeDocument/2006/relationships/hyperlink" Target="https://phished.io/de/" TargetMode="Externa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li.org/" TargetMode="External"/><Relationship Id="rId2" Type="http://schemas.openxmlformats.org/officeDocument/2006/relationships/hyperlink" Target="https://www.security-insider.de/mit-openvas-schwachstellen-im-netzwerk-finden-a-608537/?cflt=rdt" TargetMode="Externa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2156D-7992-A53B-6C95-B5E11BAD3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A20861-3C89-0D32-639D-B441BA8718D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68794E-1512-0F9D-CF4A-AB23D78A19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77F9E6-C40B-0EA1-B586-F18DE3FD21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1</a:t>
            </a:r>
            <a:endParaRPr lang="de-DE" dirty="0"/>
          </a:p>
        </p:txBody>
      </p:sp>
      <p:pic>
        <p:nvPicPr>
          <p:cNvPr id="9" name="Grafik 8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1515EB06-2DC3-8578-41D5-980EE6C8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456160"/>
            <a:ext cx="7973060" cy="5945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9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8B357CAB-ABE1-9FAF-6DE8-FB443EDA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3032658"/>
            <a:ext cx="8426029" cy="792683"/>
          </a:xfrm>
        </p:spPr>
        <p:txBody>
          <a:bodyPr/>
          <a:lstStyle/>
          <a:p>
            <a:r>
              <a:rPr lang="de-DE" sz="4000" dirty="0"/>
              <a:t>Unser Audit… </a:t>
            </a:r>
            <a:r>
              <a:rPr lang="de-DE" sz="4000" dirty="0" err="1"/>
              <a:t>recap</a:t>
            </a:r>
            <a:br>
              <a:rPr lang="de-DE" sz="4000" dirty="0"/>
            </a:br>
            <a:br>
              <a:rPr lang="de-DE" sz="4000" b="0" dirty="0"/>
            </a:br>
            <a:endParaRPr lang="de-DE" sz="4000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C92454C-8521-4A06-78B8-0D033FC47E1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5DC82E-1E67-DED8-5355-DB84595EB2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C4D1ED3-A8AC-0D08-4322-C14EE8CAA3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401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A6E165D1-DF83-E338-9609-FFEE213C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852" y="2978801"/>
            <a:ext cx="6838300" cy="900398"/>
          </a:xfrm>
        </p:spPr>
        <p:txBody>
          <a:bodyPr>
            <a:normAutofit fontScale="90000"/>
          </a:bodyPr>
          <a:lstStyle/>
          <a:p>
            <a:r>
              <a:rPr lang="de-DE" b="0" dirty="0"/>
              <a:t>Level B </a:t>
            </a:r>
            <a:r>
              <a:rPr lang="de-DE" sz="2200" b="0" dirty="0"/>
              <a:t>(= das muss man in jedem Fall bringen!)</a:t>
            </a:r>
            <a:br>
              <a:rPr lang="de-DE" b="0" dirty="0"/>
            </a:br>
            <a:endParaRPr lang="de-AT" b="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E4E183C-5B91-3F6C-22CE-F8FBEA100B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340" y="836613"/>
            <a:ext cx="1711073" cy="433553"/>
          </a:xfrm>
        </p:spPr>
        <p:txBody>
          <a:bodyPr/>
          <a:lstStyle/>
          <a:p>
            <a:r>
              <a:rPr lang="de-AT" dirty="0"/>
              <a:t>First </a:t>
            </a:r>
            <a:r>
              <a:rPr lang="de-AT" dirty="0" err="1"/>
              <a:t>things</a:t>
            </a:r>
            <a:r>
              <a:rPr lang="de-AT" dirty="0"/>
              <a:t> </a:t>
            </a:r>
            <a:r>
              <a:rPr lang="de-AT" dirty="0" err="1"/>
              <a:t>first</a:t>
            </a:r>
            <a:r>
              <a:rPr lang="de-AT" dirty="0"/>
              <a:t>: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3CD117-7FD9-0CC7-B727-16DA42C1D1A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2D2010F-039B-2CF3-0821-7EA5E4F3D1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9636D90-D5F7-4F5E-8A2C-24F7872968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6291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B9E9B06-E3C7-086C-BFE7-0262239ED9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 err="1">
                <a:latin typeface="Aptos" panose="020B0004020202020204" pitchFamily="34" charset="0"/>
              </a:rPr>
              <a:t>Governance</a:t>
            </a:r>
            <a:r>
              <a:rPr lang="de-AT" dirty="0">
                <a:latin typeface="Aptos" panose="020B0004020202020204" pitchFamily="34" charset="0"/>
              </a:rPr>
              <a:t> &amp; Ökosystem - Sicherheitsrichtlinie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C95429-3A0E-B20C-A0B7-6682FAEF2E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sz="1600" dirty="0"/>
          </a:p>
          <a:p>
            <a:r>
              <a:rPr lang="de-AT" u="sng" dirty="0">
                <a:latin typeface="Aptos" panose="020B0004020202020204" pitchFamily="34" charset="0"/>
              </a:rPr>
              <a:t>Ja, haben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Informationssicherheitsrichtlinie 08/24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KI-Richtlinie 03/25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Cybercrimerichtlinie 06/25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Onboarding neuer MA -&gt; es gibt hier </a:t>
            </a:r>
            <a:r>
              <a:rPr lang="de-AT" b="1" u="sng" dirty="0">
                <a:latin typeface="Aptos" panose="020B0004020202020204" pitchFamily="34" charset="0"/>
              </a:rPr>
              <a:t>keinen Prozess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Schulung bestehender 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AF1FB9E-88D5-ACD3-8922-27F7383C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57657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B1 - Haben Sie eine aktuelle Informationssicherheitsrichtlinie (bzw. IT-Sicherheitsrichtlinie), die für Ihr Unternehmen gültig ist?</a:t>
            </a: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20F4DB-6B7D-DFC9-006B-DD2721D80F9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F4FCBA3-AB44-5F12-069B-1EFAA3BDC12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66B5B6-BD61-0FEE-1A39-9C0A0A2197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486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D04D-A937-8CCA-DFE9-14E91811B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51FFF91-B6E3-FF05-21B9-B6B661B655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 err="1">
                <a:latin typeface="Aptos" panose="020B0004020202020204" pitchFamily="34" charset="0"/>
              </a:rPr>
              <a:t>Governance</a:t>
            </a:r>
            <a:r>
              <a:rPr lang="de-AT" dirty="0">
                <a:latin typeface="Aptos" panose="020B0004020202020204" pitchFamily="34" charset="0"/>
              </a:rPr>
              <a:t> &amp; Ökosystem - Awareness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7827F9-2982-E1E8-A4F7-1776B90C20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9513D4E-DC8F-A009-CF1C-6209728FC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144522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B2 - Schulen Sie Ihre Mitarbeiter regelmäßig in Informationssicherheit?</a:t>
            </a: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F2BAAE-3A7A-CE68-72F0-9F447A65FCE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2A8E95-DF09-0C47-4384-D9B56298BBB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1810F15-B642-A561-2CBB-B6EC4B505C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F73A79E-9178-BB0D-FB97-3379DE31BF6C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Ja, machen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Information durch IT-Abteilung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Schulung in Frieda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Informationssicherheitsrichtlinie als Comic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Firmeninternen Wikipedia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Onboarding neuer MA -&gt; es gibt hier keinen Prozess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Schulung bestehender 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Möglichkeit: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Schulung mit Hilfe von Externen: </a:t>
            </a:r>
            <a:r>
              <a:rPr lang="de-AT" dirty="0">
                <a:latin typeface="Aptos" panose="020B0004020202020204" pitchFamily="34" charset="0"/>
                <a:hlinkClick r:id="rId2"/>
              </a:rPr>
              <a:t>https://phished.io/de/</a:t>
            </a:r>
            <a:r>
              <a:rPr lang="de-AT" dirty="0">
                <a:latin typeface="Aptos" panose="020B0004020202020204" pitchFamily="34" charset="0"/>
              </a:rPr>
              <a:t> / </a:t>
            </a:r>
            <a:r>
              <a:rPr lang="de-AT" dirty="0">
                <a:latin typeface="Aptos" panose="020B0004020202020204" pitchFamily="34" charset="0"/>
                <a:hlinkClick r:id="rId3"/>
              </a:rPr>
              <a:t>https://lawpilots.com/de/schulungen/security-awareness-training/</a:t>
            </a:r>
            <a:r>
              <a:rPr lang="de-AT" dirty="0">
                <a:latin typeface="Aptos" panose="020B0004020202020204" pitchFamily="34" charset="0"/>
              </a:rPr>
              <a:t>  und einer Schulungsplattform -&gt; Nachweisbarkeit der Schulung!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Schulungsansatz:</a:t>
            </a:r>
            <a:r>
              <a:rPr lang="de-AT" dirty="0">
                <a:latin typeface="Aptos" panose="020B0004020202020204" pitchFamily="34" charset="0"/>
              </a:rPr>
              <a:t>                                +  Vorträge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  <p:graphicFrame>
        <p:nvGraphicFramePr>
          <p:cNvPr id="9" name="Objekt 8">
            <a:extLst>
              <a:ext uri="{FF2B5EF4-FFF2-40B4-BE49-F238E27FC236}">
                <a16:creationId xmlns:a16="http://schemas.microsoft.com/office/drawing/2014/main" id="{8FBEE614-525B-FE0E-E622-B4A169C3E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781056"/>
              </p:ext>
            </p:extLst>
          </p:nvPr>
        </p:nvGraphicFramePr>
        <p:xfrm>
          <a:off x="2195513" y="5545138"/>
          <a:ext cx="112077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kt-Manager-Shellobjekt" showAsIcon="1" r:id="rId4" imgW="1121400" imgH="604800" progId="Package">
                  <p:embed/>
                </p:oleObj>
              </mc:Choice>
              <mc:Fallback>
                <p:oleObj name="Objekt-Manager-Shellobjekt" showAsIcon="1" r:id="rId4" imgW="1121400" imgH="6048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95513" y="5545138"/>
                        <a:ext cx="1120775" cy="604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751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BAC0-3B12-8392-6356-39C536E32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298EB919-BEE1-0492-61E5-BACEEC434A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 err="1">
                <a:latin typeface="Aptos" panose="020B0004020202020204" pitchFamily="34" charset="0"/>
              </a:rPr>
              <a:t>Governance</a:t>
            </a:r>
            <a:r>
              <a:rPr lang="de-AT" dirty="0">
                <a:latin typeface="Aptos" panose="020B0004020202020204" pitchFamily="34" charset="0"/>
              </a:rPr>
              <a:t> &amp; Ökosystem - Verantwortlichkeit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2978E65-B344-7581-469A-08295A421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C012724-B772-93A9-4747-263A9846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144522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B3 - Gibt es in Ihrem Unternehmen eine oder mehrere benannte Personen, die für das Thema Informationssicherheit zuständig sind?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4B3C35-2C62-2578-4DEC-6670A4AE0E0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8686766-9795-756E-F8FC-4E3C479D5F0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ECE92B-B761-ECAA-49AB-80A3E360B5A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2ABD3C7-BA94-9DFF-698E-349074634DF3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auf mehren Schultern!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Rechtsabteilung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IT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Niemand ist </a:t>
            </a:r>
            <a:r>
              <a:rPr lang="de-AT" b="1" u="sng" dirty="0">
                <a:latin typeface="Aptos" panose="020B0004020202020204" pitchFamily="34" charset="0"/>
              </a:rPr>
              <a:t>explizit</a:t>
            </a:r>
            <a:r>
              <a:rPr lang="de-AT" dirty="0">
                <a:latin typeface="Aptos" panose="020B0004020202020204" pitchFamily="34" charset="0"/>
              </a:rPr>
              <a:t> für IT-Sicherheit verantwortlich (</a:t>
            </a:r>
            <a:r>
              <a:rPr lang="de-AT" dirty="0" err="1">
                <a:latin typeface="Aptos" panose="020B0004020202020204" pitchFamily="34" charset="0"/>
              </a:rPr>
              <a:t>iS</a:t>
            </a:r>
            <a:r>
              <a:rPr lang="de-AT" dirty="0">
                <a:latin typeface="Aptos" panose="020B0004020202020204" pitchFamily="34" charset="0"/>
              </a:rPr>
              <a:t> „der Ansprechpartner“) und hat diesbezügliche </a:t>
            </a:r>
            <a:r>
              <a:rPr lang="de-AT" b="1" u="sng" dirty="0">
                <a:latin typeface="Aptos" panose="020B0004020202020204" pitchFamily="34" charset="0"/>
              </a:rPr>
              <a:t>nachweisbare</a:t>
            </a:r>
            <a:r>
              <a:rPr lang="de-AT" dirty="0">
                <a:latin typeface="Aptos" panose="020B0004020202020204" pitchFamily="34" charset="0"/>
              </a:rPr>
              <a:t> Qualifikationen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Möglichkeit: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CISO - Stelle für den Konzernverbund. Einbettung aller Unternehmen in eine </a:t>
            </a:r>
            <a:r>
              <a:rPr lang="de-AT" b="1" u="sng" dirty="0">
                <a:latin typeface="Aptos" panose="020B0004020202020204" pitchFamily="34" charset="0"/>
              </a:rPr>
              <a:t>einheitliche</a:t>
            </a:r>
            <a:r>
              <a:rPr lang="de-AT" dirty="0">
                <a:latin typeface="Aptos" panose="020B0004020202020204" pitchFamily="34" charset="0"/>
              </a:rPr>
              <a:t> IT-Sicherheitsstruktur. Konzernweites Konzept: IT-Sicherheit und Recht (macht nur gemeinsam Sinn). Kosten der Stelle und Umsetzung auf alle Töchter aufteilen</a:t>
            </a:r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9669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3FD9-182F-1B61-80F9-2AC4291FC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ED7F25C-2A53-313C-53EE-F1852034B9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 err="1">
                <a:latin typeface="Aptos" panose="020B0004020202020204" pitchFamily="34" charset="0"/>
              </a:rPr>
              <a:t>Governance</a:t>
            </a:r>
            <a:r>
              <a:rPr lang="de-AT" dirty="0">
                <a:latin typeface="Aptos" panose="020B0004020202020204" pitchFamily="34" charset="0"/>
              </a:rPr>
              <a:t> &amp; Ökosystem - Verantwortlichkeit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4F9FAB-0763-34C7-A7A0-8D606A599A8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2F3DD6F-449C-708F-F7B3-72FF91CBE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720586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B4 - Pflegen Sie regelmäßig ein Verzeichnis all Ihrer IT-Assets und -Services (inkl. Cloud-Dienste) sowie der damit verbundenen Verantwortlichkeiten?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54FDD2-E394-B62F-A837-40335F97CF7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F1D7C7-6740-EE6B-0F24-C8D4718710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58C13C-B934-A923-1AF5-9E0819D50E2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A6FE1D5-EF74-26F2-097A-0F0493F74BAC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machen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PDQ </a:t>
            </a:r>
            <a:r>
              <a:rPr lang="de-AT" dirty="0" err="1">
                <a:latin typeface="Aptos" panose="020B0004020202020204" pitchFamily="34" charset="0"/>
              </a:rPr>
              <a:t>Inventory</a:t>
            </a:r>
            <a:r>
              <a:rPr lang="de-AT" dirty="0">
                <a:latin typeface="Aptos" panose="020B0004020202020204" pitchFamily="34" charset="0"/>
              </a:rPr>
              <a:t> und Deploy, JAMF für mobile Geräte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 err="1">
                <a:latin typeface="Aptos" panose="020B0004020202020204" pitchFamily="34" charset="0"/>
              </a:rPr>
              <a:t>campgn</a:t>
            </a:r>
            <a:r>
              <a:rPr lang="de-AT" dirty="0">
                <a:latin typeface="Aptos" panose="020B0004020202020204" pitchFamily="34" charset="0"/>
              </a:rPr>
              <a:t>: </a:t>
            </a:r>
            <a:r>
              <a:rPr lang="de-DE" dirty="0">
                <a:latin typeface="Aptos" panose="020B0004020202020204" pitchFamily="34" charset="0"/>
              </a:rPr>
              <a:t>Verzeichnis sämtlicher IT-Assets und -Services, einschließlich aller internen Systeme &amp; extern genutzten Cloud- Dienste mit Namen, Version, Einsatzbereich, den verantwortlichen Ansprechpartner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Im Vergleich zur Lösung in </a:t>
            </a:r>
            <a:r>
              <a:rPr lang="de-AT" dirty="0" err="1">
                <a:latin typeface="Aptos" panose="020B0004020202020204" pitchFamily="34" charset="0"/>
              </a:rPr>
              <a:t>campgn</a:t>
            </a:r>
            <a:r>
              <a:rPr lang="de-AT" dirty="0">
                <a:latin typeface="Aptos" panose="020B0004020202020204" pitchFamily="34" charset="0"/>
              </a:rPr>
              <a:t>: Haben wir für unsere Systeme noch Luft nach oben? 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833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30363-626F-9074-DD08-49291D4E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7C37ED6-EF4B-1B4E-4642-7C6B72CC98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Berechtigungen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B497F1-7B63-0988-666B-E15D9EDC01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54E7360-A41F-9565-1250-1238FC493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B5 - Verwalten Sie den Zugang zu Ihren Systemen nacheinem Berechtigungskonzept, das jedem nur die für seine Arbeit notwendigen Rechte einräumt?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BCE9FA-C8F3-0039-24AD-E2B9FBA0470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0DD3DF-52BA-4CB1-C010-E711CB3A8F9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22720B3-4ACD-2F08-BC7C-E91A4AE38E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5759401C-DC11-B873-4687-BA94CEBED8E0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haben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 err="1">
                <a:latin typeface="Aptos" panose="020B0004020202020204" pitchFamily="34" charset="0"/>
              </a:rPr>
              <a:t>Active</a:t>
            </a:r>
            <a:r>
              <a:rPr lang="de-AT" dirty="0">
                <a:latin typeface="Aptos" panose="020B0004020202020204" pitchFamily="34" charset="0"/>
              </a:rPr>
              <a:t> Directory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Aptos" panose="020B0004020202020204" pitchFamily="34" charset="0"/>
              </a:rPr>
              <a:t>Campgn</a:t>
            </a:r>
            <a:r>
              <a:rPr lang="de-DE" dirty="0">
                <a:latin typeface="Aptos" panose="020B0004020202020204" pitchFamily="34" charset="0"/>
              </a:rPr>
              <a:t>: definiertes &amp; dokumentiertes Berechtigungskonzept, das nach dem Need-</a:t>
            </a:r>
            <a:r>
              <a:rPr lang="de-DE" dirty="0" err="1">
                <a:latin typeface="Aptos" panose="020B0004020202020204" pitchFamily="34" charset="0"/>
              </a:rPr>
              <a:t>to</a:t>
            </a:r>
            <a:r>
              <a:rPr lang="de-DE" dirty="0">
                <a:latin typeface="Aptos" panose="020B0004020202020204" pitchFamily="34" charset="0"/>
              </a:rPr>
              <a:t>-</a:t>
            </a:r>
            <a:r>
              <a:rPr lang="de-DE" dirty="0" err="1">
                <a:latin typeface="Aptos" panose="020B0004020202020204" pitchFamily="34" charset="0"/>
              </a:rPr>
              <a:t>know</a:t>
            </a:r>
            <a:r>
              <a:rPr lang="de-DE" dirty="0">
                <a:latin typeface="Aptos" panose="020B0004020202020204" pitchFamily="34" charset="0"/>
              </a:rPr>
              <a:t>-Prinzip gestaltet ist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Zentrale Berechtigungsverwaltung für alle Systeme nach Rolle im Unternehmen?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9563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06478-7132-27CD-97DD-8967D0D4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8300306-48C7-D3A5-F991-C3F205CC4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</a:t>
            </a:r>
            <a:r>
              <a:rPr lang="de-AT" dirty="0" err="1">
                <a:latin typeface="Aptos" panose="020B0004020202020204" pitchFamily="34" charset="0"/>
              </a:rPr>
              <a:t>Authentifzierung</a:t>
            </a:r>
            <a:r>
              <a:rPr lang="de-AT" dirty="0">
                <a:latin typeface="Aptos" panose="020B0004020202020204" pitchFamily="34" charset="0"/>
              </a:rPr>
              <a:t> (Passwörter)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E81D5EC-7056-828A-BCB8-8F3BEC428C2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4332BB1-CF92-CA7D-F3E1-8B9793D6F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B6 - </a:t>
            </a:r>
            <a:r>
              <a:rPr lang="de-DE" dirty="0"/>
              <a:t>Verlangen Sie von Ihren Mitarbeitern für alle Anwendungen Passwörter mit einer sicheren Mindeststärke zu verwenden?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7ED766-52EB-92A9-63A0-7BDC504B7FA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003E74-E52E-5EDC-7A96-FE386B1CB0B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5D425C-CA31-3F62-BBDE-331A211AD8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7317A14-3D7D-BAA1-3A5D-E30B9256BA0C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haben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Mit 2 FA Authentifizierung folgen wir der Empfehlung des BSI: eine Passwortlänge von 8 – 12 Zeichen mit 4 Zeichenarten (Groß -, Kleinbuchstaben, Zahlen, Sonderzeichen)je System. Über </a:t>
            </a:r>
            <a:r>
              <a:rPr lang="de-DE" dirty="0" err="1">
                <a:latin typeface="Aptos" panose="020B0004020202020204" pitchFamily="34" charset="0"/>
              </a:rPr>
              <a:t>Active</a:t>
            </a:r>
            <a:r>
              <a:rPr lang="de-DE" dirty="0">
                <a:latin typeface="Aptos" panose="020B0004020202020204" pitchFamily="34" charset="0"/>
              </a:rPr>
              <a:t> Directory verhindern wir die wiederholte Verwendung von Passwörtern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Verlangen wir das wirklich überall im Hinblick auf Stärke des PW und Implementierung 2FA? 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1023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6C605-0F91-F8FA-64CE-5C91EBC4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69C2794-78FA-E097-0B24-AA56F6BCC3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Sichere Konfiguration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E34CD-BCC2-190A-539F-0FD265C894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4E9A603-17EE-0EAE-9E8E-C6D00A43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B7 - Verwenden Sie die vom Hersteller empfohlenen Sicherheitseinstellungen und achten Sie auf eine sichere Konfiguration all Ihrer IT-Systeme?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  <a:br>
              <a:rPr lang="de-DE" b="0" dirty="0"/>
            </a:br>
            <a:endParaRPr lang="de-DE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8E36F8F-11BC-375F-B397-2465BC560E1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A167E2-F0D1-8C94-969D-558D0344FF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7C1620B-639D-32A8-C0E0-D14621517E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A2BA673-49A3-E271-9469-0C335C2B8D3B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machen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Aus der Inventarisierung laut PDQ werden die Systeme mit einem </a:t>
            </a:r>
            <a:r>
              <a:rPr lang="de-DE" b="1" u="sng" dirty="0">
                <a:latin typeface="Aptos" panose="020B0004020202020204" pitchFamily="34" charset="0"/>
              </a:rPr>
              <a:t>Schema</a:t>
            </a:r>
            <a:r>
              <a:rPr lang="de-DE" dirty="0">
                <a:latin typeface="Aptos" panose="020B0004020202020204" pitchFamily="34" charset="0"/>
              </a:rPr>
              <a:t> katalogisiert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Schema = manuelle Tätigkeit = gemacht, wenn irgendwie Zeit und man dazu kommt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Anforderung ist: </a:t>
            </a:r>
            <a:r>
              <a:rPr lang="de-DE" dirty="0">
                <a:latin typeface="Aptos" panose="020B0004020202020204" pitchFamily="34" charset="0"/>
              </a:rPr>
              <a:t>Es muss ein Dokument geben, das die Anforderungen an die sichere Konfiguration der eingesetzten Systeme beschreibt mit Nachweis der Umsetzung!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Haben wir eine proaktive Dokumentation, welche Anforderungen wir an eine sichere Konfiguration haben?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161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D85D4-BFCD-2641-99BF-30022A01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53438046-E5AE-FE72-2850-AB08ACBE32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Schwachstellen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D63618-9A5D-A3BD-C28C-78440959A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E169424-E3EA-5CA7-F877-D5B9CDF35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B8 - Überprüfen Sie - sofern vorhanden – individuell entwickelte, aus dem Internet zugängliche Anwendungen auf Sicherheitslücken vor Inbetriebnahme (oder verwenden Sie eine solche Software gar nicht)?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  <a:br>
              <a:rPr lang="de-DE" b="0" dirty="0"/>
            </a:br>
            <a:endParaRPr lang="de-DE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2235B8-0C12-62B4-7E9F-7FEABE2CBDB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B1140BB-4E1F-FB9E-B0D4-C42BD09D98A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AE35EE-7929-831C-76FF-1833F4275B2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1BB7830-C143-0482-D013-91E72D3C2593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Ja – machen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Standard Software/Open Source Software/Pen Test für </a:t>
            </a:r>
            <a:r>
              <a:rPr lang="de-AT" dirty="0" err="1">
                <a:latin typeface="Aptos" panose="020B0004020202020204" pitchFamily="34" charset="0"/>
              </a:rPr>
              <a:t>Prosperus</a:t>
            </a:r>
            <a:r>
              <a:rPr lang="de-AT" dirty="0">
                <a:latin typeface="Aptos" panose="020B0004020202020204" pitchFamily="34" charset="0"/>
              </a:rPr>
              <a:t> 2021/</a:t>
            </a:r>
            <a:r>
              <a:rPr lang="de-AT" dirty="0" err="1">
                <a:latin typeface="Aptos" panose="020B0004020202020204" pitchFamily="34" charset="0"/>
              </a:rPr>
              <a:t>campgn</a:t>
            </a:r>
            <a:r>
              <a:rPr lang="de-AT" dirty="0">
                <a:latin typeface="Aptos" panose="020B0004020202020204" pitchFamily="34" charset="0"/>
              </a:rPr>
              <a:t> 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„</a:t>
            </a:r>
            <a:r>
              <a:rPr lang="de-DE" b="1" u="sng" dirty="0">
                <a:latin typeface="Aptos" panose="020B0004020202020204" pitchFamily="34" charset="0"/>
              </a:rPr>
              <a:t>Divergenz</a:t>
            </a:r>
            <a:r>
              <a:rPr lang="de-DE" dirty="0">
                <a:latin typeface="Aptos" panose="020B0004020202020204" pitchFamily="34" charset="0"/>
              </a:rPr>
              <a:t>“ zwischen umfassenden Lösungen für </a:t>
            </a:r>
            <a:r>
              <a:rPr lang="de-DE" dirty="0" err="1">
                <a:latin typeface="Aptos" panose="020B0004020202020204" pitchFamily="34" charset="0"/>
              </a:rPr>
              <a:t>campgn</a:t>
            </a:r>
            <a:r>
              <a:rPr lang="de-DE" dirty="0">
                <a:latin typeface="Aptos" panose="020B0004020202020204" pitchFamily="34" charset="0"/>
              </a:rPr>
              <a:t> und unseren anderen Systemen/Entwicklungen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813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F86AF-061E-9508-1B9B-5AE06FD39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68FF811-0DD9-9309-F7BD-A2F4F5A356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– Schwachstellen/Firewall/Antivirus/Verschlüsselung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99B6A9-E4BD-CA60-8EBA-99704DB91A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0870C9F-E234-B6CC-532B-494468FA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101673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B9 - Aktualisieren Sie alle IT-Systeme und Anwendungen regelmäßig mit Sicherheits-updates?</a:t>
            </a:r>
            <a:r>
              <a:rPr lang="de-DE" b="0" dirty="0">
                <a:latin typeface="Aptos" panose="020B0004020202020204" pitchFamily="34" charset="0"/>
              </a:rPr>
              <a:t>	</a:t>
            </a:r>
            <a:br>
              <a:rPr lang="de-DE" b="0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B10 - Sichern Sie Ihr Netzwerk vor unberechtigtem Zugriff von außen ab?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B11 - Überwachen Sie Ihre IT-Systeme auf Malware?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B12 - Verschlüsseln Sie sensible Daten bei der Übertragung im Internet?</a:t>
            </a:r>
            <a:r>
              <a:rPr lang="de-DE" b="0" dirty="0"/>
              <a:t>	</a:t>
            </a:r>
            <a:br>
              <a:rPr lang="de-DE" b="0" dirty="0"/>
            </a:br>
            <a:br>
              <a:rPr lang="de-DE" dirty="0">
                <a:latin typeface="Aptos" panose="020B0004020202020204" pitchFamily="34" charset="0"/>
              </a:rPr>
            </a:br>
            <a:br>
              <a:rPr lang="de-DE" dirty="0">
                <a:latin typeface="Aptos" panose="020B0004020202020204" pitchFamily="34" charset="0"/>
              </a:rPr>
            </a:br>
            <a:r>
              <a:rPr lang="de-DE" b="0" dirty="0"/>
              <a:t>	</a:t>
            </a:r>
            <a:br>
              <a:rPr lang="de-DE" b="0" dirty="0"/>
            </a:br>
            <a:endParaRPr lang="de-DE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B902E7-7528-1AD8-4A0C-F9E15067D7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E61A7E-8E8B-64C7-982E-0C29C88982F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62B534-5CF8-FED2-7B82-62201644A3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CD1E6DCB-4D4B-F9EA-3258-4CE6A80500B0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AT" u="sng" dirty="0">
              <a:latin typeface="Aptos" panose="020B0004020202020204" pitchFamily="34" charset="0"/>
            </a:endParaRPr>
          </a:p>
          <a:p>
            <a:endParaRPr lang="de-AT" u="sng" dirty="0">
              <a:latin typeface="Aptos" panose="020B0004020202020204" pitchFamily="34" charset="0"/>
            </a:endParaRPr>
          </a:p>
          <a:p>
            <a:endParaRPr lang="de-AT" u="sng" dirty="0">
              <a:latin typeface="Aptos" panose="020B0004020202020204" pitchFamily="34" charset="0"/>
            </a:endParaRPr>
          </a:p>
          <a:p>
            <a:endParaRPr lang="de-AT" u="sng" dirty="0">
              <a:latin typeface="Aptos" panose="020B0004020202020204" pitchFamily="34" charset="0"/>
            </a:endParaRPr>
          </a:p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Ja – machen wir! </a:t>
            </a:r>
          </a:p>
          <a:p>
            <a:endParaRPr lang="de-AT" dirty="0"/>
          </a:p>
          <a:p>
            <a:endParaRPr lang="de-AT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7499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5F08-CAB0-CACF-FA48-995172CE4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CBE323D-9C25-8CDD-0EAC-578577228F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Schwachstellen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4F2E5F-58AB-C282-6828-3455E3E463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BC16820-6A7F-850E-7660-69B4E9E20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B13 - Protokollieren Sie die Nutzung Ihrer IT-Systeme, um Sicherheitsvorfälle nachvollziehbar zu machen?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4105B4-1E9A-02E9-0169-63B1537F030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6DC77C-C532-DA19-7EFF-120FF0345B1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F25832-62AB-75CD-656B-76A30808C7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F2D0F94B-37A8-2B66-D348-A1264C7C2D62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machen wir!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Protokollierung der Eingabe, Änderung und Löschung der Daten/Useraktivitäten in Systemen/Sophos…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>
                <a:latin typeface="Aptos" panose="020B0004020202020204" pitchFamily="34" charset="0"/>
              </a:rPr>
              <a:t>Prosperus</a:t>
            </a:r>
            <a:r>
              <a:rPr lang="de-DE" dirty="0">
                <a:latin typeface="Aptos" panose="020B0004020202020204" pitchFamily="34" charset="0"/>
              </a:rPr>
              <a:t>?</a:t>
            </a:r>
            <a:endParaRPr lang="de-AT" dirty="0">
              <a:latin typeface="Aptos" panose="020B0004020202020204" pitchFamily="34" charset="0"/>
            </a:endParaRP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76062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CFEA-523B-C3BB-7DE7-8519C2868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D2E64E4-C655-4D98-EC7B-21E76F12E3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Schwachstellen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DEA4DF0-B9D4-60B1-1CC2-00CA623F7B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lvl="0">
              <a:lnSpc>
                <a:spcPct val="107000"/>
              </a:lnSpc>
            </a:pPr>
            <a:endParaRPr lang="de-AT" sz="1600" dirty="0"/>
          </a:p>
          <a:p>
            <a:endParaRPr lang="de-AT" dirty="0"/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911FE787-7C46-1C54-0628-35112E615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65669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B14 - Haben Sie einen Notfallplan, anhand dessen Sie auf einen IT-Sicherheitsvorfall reagieren?</a:t>
            </a:r>
            <a:r>
              <a:rPr lang="de-DE" b="0" dirty="0"/>
              <a:t>	</a:t>
            </a:r>
            <a:br>
              <a:rPr lang="de-DE" b="0" dirty="0"/>
            </a:br>
            <a:endParaRPr lang="de-DE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9CB6C0-2653-5350-6565-141AD610DFF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78819F-DE19-B868-7A7B-BFA93CC850A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4E3959-D717-4993-3D57-FE09FAF397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14</a:t>
            </a:fld>
            <a:endParaRPr lang="de-DE" dirty="0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261E4EC8-5769-DA89-B6F3-3D21FDD986F5}"/>
              </a:ext>
            </a:extLst>
          </p:cNvPr>
          <p:cNvSpPr txBox="1">
            <a:spLocks/>
          </p:cNvSpPr>
          <p:nvPr/>
        </p:nvSpPr>
        <p:spPr bwMode="gray">
          <a:xfrm>
            <a:off x="776286" y="1709192"/>
            <a:ext cx="8351838" cy="4032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400" b="1" kern="120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lvl2pPr>
            <a:lvl3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000" indent="-216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b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u="sng" dirty="0">
                <a:latin typeface="Aptos" panose="020B0004020202020204" pitchFamily="34" charset="0"/>
              </a:rPr>
              <a:t>Ja – wir machen etwas!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Wir </a:t>
            </a:r>
            <a:r>
              <a:rPr lang="de-AT" u="sng" dirty="0">
                <a:latin typeface="Aptos" panose="020B0004020202020204" pitchFamily="34" charset="0"/>
              </a:rPr>
              <a:t>haben Ideen und „Struktur“ für einen Zwischenfall:</a:t>
            </a:r>
            <a:r>
              <a:rPr lang="de-AT" dirty="0">
                <a:latin typeface="Aptos" panose="020B0004020202020204" pitchFamily="34" charset="0"/>
              </a:rPr>
              <a:t> </a:t>
            </a:r>
            <a:r>
              <a:rPr lang="de-DE" dirty="0">
                <a:latin typeface="Aptos" panose="020B0004020202020204" pitchFamily="34" charset="0"/>
              </a:rPr>
              <a:t>Es existiert ein mehrstufiges Backupkonzept, Redundanz der Systeme: Zwei Firewalls (Sophos), </a:t>
            </a:r>
            <a:r>
              <a:rPr lang="de-DE" dirty="0" err="1">
                <a:latin typeface="Aptos" panose="020B0004020202020204" pitchFamily="34" charset="0"/>
              </a:rPr>
              <a:t>VMWare</a:t>
            </a:r>
            <a:r>
              <a:rPr lang="de-DE" dirty="0">
                <a:latin typeface="Aptos" panose="020B0004020202020204" pitchFamily="34" charset="0"/>
              </a:rPr>
              <a:t>-Cluster, RAID Storage Redundanz der Klimatisierung im Serverraum, Redundanz des Netzwerks: intern, Switches Datenauslagerung an entfernte Standorte: ISO-Zertifiziertes Rechenzentrum unseres IT-Dienstleisters. Regelmäßige Tests, ob alle relevanten Daten im Backup-Prozess enthalten sind, ob die Backups funktionieren(Benachrichtigung an IT-Support, wenn Backups fehlschlagen) und ob die Wiederherstellung (soweit wie vom Aufwand her möglich) funktioniert.</a:t>
            </a:r>
          </a:p>
          <a:p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/>
              <a:t>	</a:t>
            </a: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Wir haben </a:t>
            </a:r>
            <a:r>
              <a:rPr lang="de-AT" b="1" u="sng" dirty="0">
                <a:latin typeface="Aptos" panose="020B0004020202020204" pitchFamily="34" charset="0"/>
              </a:rPr>
              <a:t>keine verschriftlichen Notfallkonzepte </a:t>
            </a:r>
            <a:r>
              <a:rPr lang="de-AT" dirty="0">
                <a:latin typeface="Aptos" panose="020B0004020202020204" pitchFamily="34" charset="0"/>
              </a:rPr>
              <a:t>(außer Cybercrime).  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134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4CB39-225F-0A2F-7B33-18C66BF1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6F1D66D-96CF-08B9-749F-84ADCE901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852" y="2978801"/>
            <a:ext cx="6550268" cy="900398"/>
          </a:xfrm>
        </p:spPr>
        <p:txBody>
          <a:bodyPr>
            <a:normAutofit fontScale="90000"/>
          </a:bodyPr>
          <a:lstStyle/>
          <a:p>
            <a:r>
              <a:rPr lang="de-DE" b="0" dirty="0"/>
              <a:t>Level A </a:t>
            </a:r>
            <a:r>
              <a:rPr lang="de-DE" sz="2700" b="0" dirty="0"/>
              <a:t>(= etwas fortgeschrittener)</a:t>
            </a:r>
            <a:br>
              <a:rPr lang="de-DE" sz="2700" b="0" dirty="0"/>
            </a:br>
            <a:endParaRPr lang="de-AT" sz="2700" b="0" dirty="0"/>
          </a:p>
        </p:txBody>
      </p:sp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871D378-8375-3833-D788-1054DCF81A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7340" y="836613"/>
            <a:ext cx="996134" cy="433553"/>
          </a:xfrm>
        </p:spPr>
        <p:txBody>
          <a:bodyPr/>
          <a:lstStyle/>
          <a:p>
            <a:r>
              <a:rPr lang="de-AT" dirty="0"/>
              <a:t>Danach: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EA5B25-91A3-1669-99B2-1719BAB48B2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9174EE-9F27-738F-5DF5-33593D7B9B6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FEA286-2CB3-0DA5-B399-8FAEFCD18C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56164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130AF-1731-CF64-8324-A42A6F43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F82AAD6D-A4E4-AB5C-487D-D7A74FCFF4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Schwachstellen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B8B5932-ACF6-C83B-045B-20A376B47F9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sz="1600" dirty="0"/>
          </a:p>
          <a:p>
            <a:r>
              <a:rPr lang="de-AT" u="sng" dirty="0">
                <a:latin typeface="Aptos" panose="020B0004020202020204" pitchFamily="34" charset="0"/>
              </a:rPr>
              <a:t>Wir machen etwas!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Patch-Management/Passwort-Policy/Zugriffskontrolle/Netzwerk- und Endgeräteschutz/</a:t>
            </a:r>
            <a:r>
              <a:rPr lang="de-AT" dirty="0" err="1">
                <a:latin typeface="Aptos" panose="020B0004020202020204" pitchFamily="34" charset="0"/>
              </a:rPr>
              <a:t>Firewallkonfiguration</a:t>
            </a:r>
            <a:r>
              <a:rPr lang="de-AT" dirty="0">
                <a:latin typeface="Aptos" panose="020B0004020202020204" pitchFamily="34" charset="0"/>
              </a:rPr>
              <a:t>/Portscans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Wir haben keinen Schwachstellenscanner (müsste monatlich eingesetzt werden).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Es gibt (</a:t>
            </a:r>
            <a:r>
              <a:rPr lang="de-AT" dirty="0" err="1">
                <a:latin typeface="Aptos" panose="020B0004020202020204" pitchFamily="34" charset="0"/>
              </a:rPr>
              <a:t>z.Bsp</a:t>
            </a:r>
            <a:r>
              <a:rPr lang="de-AT" dirty="0">
                <a:latin typeface="Aptos" panose="020B0004020202020204" pitchFamily="34" charset="0"/>
              </a:rPr>
              <a:t>.) eine </a:t>
            </a:r>
            <a:r>
              <a:rPr lang="de-AT" dirty="0" err="1">
                <a:latin typeface="Aptos" panose="020B0004020202020204" pitchFamily="34" charset="0"/>
              </a:rPr>
              <a:t>Opensource</a:t>
            </a:r>
            <a:r>
              <a:rPr lang="de-AT" dirty="0">
                <a:latin typeface="Aptos" panose="020B0004020202020204" pitchFamily="34" charset="0"/>
              </a:rPr>
              <a:t> Lösung </a:t>
            </a:r>
            <a:r>
              <a:rPr lang="en-US" dirty="0">
                <a:latin typeface="Aptos" panose="020B0004020202020204" pitchFamily="34" charset="0"/>
              </a:rPr>
              <a:t>OpenVAS (Open Vulnerability Assessment Scanner) (</a:t>
            </a:r>
            <a:r>
              <a:rPr lang="en-US" dirty="0">
                <a:latin typeface="Aptos" panose="020B0004020202020204" pitchFamily="34" charset="0"/>
                <a:hlinkClick r:id="rId2"/>
              </a:rPr>
              <a:t>https://www.security-insider.de/mit-openvas-schwachstellen-im-netzwerk-finden-a-608537/?cflt=rdt</a:t>
            </a:r>
            <a:r>
              <a:rPr lang="en-US" dirty="0">
                <a:latin typeface="Aptos" panose="020B0004020202020204" pitchFamily="34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  <a:hlinkClick r:id="rId3"/>
              </a:rPr>
              <a:t>https://www.kali.org/</a:t>
            </a:r>
            <a:r>
              <a:rPr lang="de-AT" dirty="0">
                <a:latin typeface="Aptos" panose="020B0004020202020204" pitchFamily="34" charset="0"/>
              </a:rPr>
              <a:t> : </a:t>
            </a:r>
            <a:r>
              <a:rPr lang="en-US" dirty="0">
                <a:latin typeface="Aptos" panose="020B0004020202020204" pitchFamily="34" charset="0"/>
              </a:rPr>
              <a:t>Kali Linux is an open-source, Debian-based Linux distribution geared towards various information security tasks, such as Penetration Testing, Security Research, Computer Forensics and Reverse Engineering</a:t>
            </a:r>
            <a:endParaRPr lang="de-AT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/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52F3688-61A3-AC70-2657-4C5107C2E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93661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A1 - Überprüfen Sie IT-Systeme in Ihrem Netzwerk auf Sicherheitslücken?</a:t>
            </a:r>
            <a:r>
              <a:rPr lang="de-DE" b="0" dirty="0">
                <a:latin typeface="Aptos" panose="020B0004020202020204" pitchFamily="34" charset="0"/>
              </a:rPr>
              <a:t>	</a:t>
            </a:r>
            <a:br>
              <a:rPr lang="de-DE" b="0" dirty="0">
                <a:latin typeface="Aptos" panose="020B0004020202020204" pitchFamily="34" charset="0"/>
              </a:rPr>
            </a:br>
            <a:r>
              <a:rPr lang="de-DE" b="0" dirty="0">
                <a:latin typeface="Aptos" panose="020B0004020202020204" pitchFamily="34" charset="0"/>
              </a:rPr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4D7CE5-A2D2-767A-9CF6-0B4689009EE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99678E-744E-4EE3-0A83-752A7CDEBA6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E6044B6-B04B-467C-B1B4-DF9B1C1E638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614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23AFE-4997-E0E2-4404-E1DFDDFE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8900150-B325-0051-6416-EEB6C42A89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Schwachstellen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EA49C13-F040-0814-0E42-BC7D1EB830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sz="1600" dirty="0"/>
          </a:p>
          <a:p>
            <a:r>
              <a:rPr lang="de-AT" u="sng" dirty="0">
                <a:latin typeface="Aptos" panose="020B0004020202020204" pitchFamily="34" charset="0"/>
              </a:rPr>
              <a:t>Ja!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Für </a:t>
            </a:r>
            <a:r>
              <a:rPr lang="de-AT" dirty="0" err="1">
                <a:latin typeface="Aptos" panose="020B0004020202020204" pitchFamily="34" charset="0"/>
              </a:rPr>
              <a:t>campgn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Sonst nicht</a:t>
            </a:r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C540E2D-628C-EBC2-9165-EDBD85520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9936610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A2 - Haben Sie Mechanismen im Einsatz, die bei der Erstellung bzw. dem Erwerb von individuell entwickelter Software deren Sicherheit überprüfen?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584166D-3CE2-7149-EF2D-EB4E8D63202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07F78B-A7E1-5390-159F-298991278FD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05670C-0359-716B-CC57-E7332043BBA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465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B7E2-803E-CD86-5A3A-4768790F8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0923F5B-C13D-E7B4-8B84-011CA6BDE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Penetration Test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CB8BDCF-D6BB-90AF-86BC-282F164158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Nein!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2021, 2025 (Ergebnis?)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Lösung: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latin typeface="Aptos" panose="020B0004020202020204" pitchFamily="34" charset="0"/>
              </a:rPr>
              <a:t>Mindestens und nachweislich alle 2 Jahre</a:t>
            </a:r>
            <a:r>
              <a:rPr lang="de-AT" dirty="0">
                <a:latin typeface="Aptos" panose="020B0004020202020204" pitchFamily="34" charset="0"/>
              </a:rPr>
              <a:t> einen </a:t>
            </a:r>
            <a:r>
              <a:rPr lang="de-AT" dirty="0" err="1">
                <a:latin typeface="Aptos" panose="020B0004020202020204" pitchFamily="34" charset="0"/>
              </a:rPr>
              <a:t>Penetrationtest</a:t>
            </a:r>
            <a:r>
              <a:rPr lang="de-AT" dirty="0">
                <a:latin typeface="Aptos" panose="020B0004020202020204" pitchFamily="34" charset="0"/>
              </a:rPr>
              <a:t> durchführen</a:t>
            </a:r>
          </a:p>
          <a:p>
            <a:r>
              <a:rPr lang="de-AT" dirty="0"/>
              <a:t>	</a:t>
            </a:r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CB65918-322C-FC3B-A729-916B0ECCB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A3 - Führen Sie in Ihrer Systemlandschaft Penetration Tests durch? </a:t>
            </a:r>
            <a:r>
              <a:rPr lang="de-DE" b="0" dirty="0">
                <a:latin typeface="Aptos" panose="020B0004020202020204" pitchFamily="34" charset="0"/>
              </a:rPr>
              <a:t>(Zumindest alle 2 Jahre)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9691E1-4A69-B830-1BB7-F5880BECA2D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D71707-5484-F803-9FE5-C14D941540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A5EDB6-B992-E48B-B1D4-87C63565D9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8762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21A4-E628-1926-BF72-9806308E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07C24AB-78A9-838E-D2F6-4AF2A7A255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Penetration Test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796DD7-C3A0-F7F7-59DF-3D370D1D4F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r>
              <a:rPr lang="de-AT" u="sng" dirty="0">
                <a:latin typeface="Aptos" panose="020B0004020202020204" pitchFamily="34" charset="0"/>
              </a:rPr>
              <a:t>Ja, machen wir!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Sophos</a:t>
            </a:r>
            <a:endParaRPr lang="de-AT" dirty="0"/>
          </a:p>
          <a:p>
            <a:r>
              <a:rPr lang="de-AT" dirty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sz="1600" dirty="0"/>
          </a:p>
          <a:p>
            <a:endParaRPr lang="de-AT" dirty="0"/>
          </a:p>
          <a:p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8DF134A-1495-AC0A-E3D9-2B30FE3E1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A4 - Überwachen Sie Ihre Systemlandschaft auf ungewöhnliche Aktivitäten und Anomalien?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000ECA-DE6F-E66C-CCEE-CC3C534405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4E59AD-3826-2809-F51A-B7A3C2C8C5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48A7F21-B5E0-CB23-2239-40D85A9278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7056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C98C3-6937-C42B-4D0C-083A26C44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038D65B-B8C9-EE82-502E-86A8FAE886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Penetration Test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5CB79DE-E511-9FB0-35BB-C0EAF9F3F4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Ja, aber: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nur in </a:t>
            </a:r>
            <a:r>
              <a:rPr lang="de-AT" dirty="0" err="1">
                <a:latin typeface="Aptos" panose="020B0004020202020204" pitchFamily="34" charset="0"/>
              </a:rPr>
              <a:t>campgn</a:t>
            </a:r>
            <a:endParaRPr lang="de-AT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Problem: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b="1" dirty="0">
                <a:latin typeface="Aptos" panose="020B0004020202020204" pitchFamily="34" charset="0"/>
              </a:rPr>
              <a:t>nur</a:t>
            </a:r>
            <a:r>
              <a:rPr lang="de-AT" dirty="0">
                <a:latin typeface="Aptos" panose="020B0004020202020204" pitchFamily="34" charset="0"/>
              </a:rPr>
              <a:t> in </a:t>
            </a:r>
            <a:r>
              <a:rPr lang="de-AT" dirty="0" err="1">
                <a:latin typeface="Aptos" panose="020B0004020202020204" pitchFamily="34" charset="0"/>
              </a:rPr>
              <a:t>campgn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/>
          </a:p>
          <a:p>
            <a:r>
              <a:rPr lang="de-DE" u="sng" dirty="0">
                <a:latin typeface="Aptos" panose="020B0004020202020204" pitchFamily="34" charset="0"/>
              </a:rPr>
              <a:t>Lösung: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Systemweites (</a:t>
            </a:r>
            <a:r>
              <a:rPr lang="de-AT" dirty="0" err="1">
                <a:latin typeface="Aptos" panose="020B0004020202020204" pitchFamily="34" charset="0"/>
              </a:rPr>
              <a:t>unternehmenweites</a:t>
            </a:r>
            <a:r>
              <a:rPr lang="de-AT" dirty="0">
                <a:latin typeface="Aptos" panose="020B0004020202020204" pitchFamily="34" charset="0"/>
              </a:rPr>
              <a:t>) Whitelisting und Cloud Access </a:t>
            </a:r>
            <a:r>
              <a:rPr lang="de-AT" dirty="0" err="1">
                <a:latin typeface="Aptos" panose="020B0004020202020204" pitchFamily="34" charset="0"/>
              </a:rPr>
              <a:t>SecurityBroker</a:t>
            </a:r>
            <a:r>
              <a:rPr lang="de-AT" dirty="0">
                <a:latin typeface="Aptos" panose="020B0004020202020204" pitchFamily="34" charset="0"/>
              </a:rPr>
              <a:t> (CASB), um die Ausführung nichtautorisierter Prozesse und Anwendungen in allen Systemen zu unterbinden</a:t>
            </a:r>
          </a:p>
          <a:p>
            <a:endParaRPr lang="de-DE" u="sng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A987FF-C25C-0035-59EA-0C2D0388E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A5 - Haben Sie Whitelisting und Cloud Access Security Broker (CASB) im Einsatz, um die Ausführung nichtautorisierter Prozesse und Anwendungen zu unterbinden?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16EE16-50D5-F8E2-4899-37A02DF4BAF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714963-F7CC-915B-4F84-0540C0DFF88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78A447-B105-560C-D127-D1DD83B247C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809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48994-C5C2-7176-5BEE-BE1E8ECD5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B023717-E1B1-F80C-CD4F-9F8C4DF8E2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Berechtigungsmanagement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30CF51-FEAC-744B-A127-1FEB47F0A66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Nein, nicht ausreichend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Webmail ist im Moment über LDAP verbunden (wir verwenden MS 365 als App und nicht die Cloud Variante) und hier ist keine 2FA möglich. Webmail wird nur über mobile Geräte (</a:t>
            </a:r>
            <a:r>
              <a:rPr lang="de-DE" dirty="0" err="1">
                <a:latin typeface="Aptos" panose="020B0004020202020204" pitchFamily="34" charset="0"/>
              </a:rPr>
              <a:t>iphones</a:t>
            </a:r>
            <a:r>
              <a:rPr lang="de-DE" dirty="0">
                <a:latin typeface="Aptos" panose="020B0004020202020204" pitchFamily="34" charset="0"/>
              </a:rPr>
              <a:t>/</a:t>
            </a:r>
            <a:r>
              <a:rPr lang="de-DE" dirty="0" err="1">
                <a:latin typeface="Aptos" panose="020B0004020202020204" pitchFamily="34" charset="0"/>
              </a:rPr>
              <a:t>ipad</a:t>
            </a:r>
            <a:r>
              <a:rPr lang="de-DE" dirty="0">
                <a:latin typeface="Aptos" panose="020B0004020202020204" pitchFamily="34" charset="0"/>
              </a:rPr>
              <a:t>)verwendet: Zugriff auf die </a:t>
            </a:r>
            <a:r>
              <a:rPr lang="de-DE" dirty="0" err="1">
                <a:latin typeface="Aptos" panose="020B0004020202020204" pitchFamily="34" charset="0"/>
              </a:rPr>
              <a:t>Mailapp</a:t>
            </a:r>
            <a:r>
              <a:rPr lang="de-DE" dirty="0">
                <a:latin typeface="Aptos" panose="020B0004020202020204" pitchFamily="34" charset="0"/>
              </a:rPr>
              <a:t> wird über Face ID gesteuert (</a:t>
            </a:r>
            <a:r>
              <a:rPr lang="de-DE" b="1" dirty="0">
                <a:latin typeface="Aptos" panose="020B0004020202020204" pitchFamily="34" charset="0"/>
              </a:rPr>
              <a:t>nicht überall</a:t>
            </a:r>
            <a:r>
              <a:rPr lang="de-DE" dirty="0">
                <a:latin typeface="Aptos" panose="020B0004020202020204" pitchFamily="34" charset="0"/>
              </a:rPr>
              <a:t>). CITRIX bieten derzeit keine 2FA Lösungen. Hier evaluieren wir eine Lösung über eine Drittsoftware (DUO). Alle anderen Webservices und VPN haben 2FA.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Die Verwendung von Multifaktor-Authentifizierung insbesondere für von extern erreichbaren Systemen ist eine zwingende Anforderung.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u="sng" dirty="0">
                <a:latin typeface="Aptos" panose="020B0004020202020204" pitchFamily="34" charset="0"/>
              </a:rPr>
              <a:t>Zwischenschritt</a:t>
            </a:r>
            <a:r>
              <a:rPr lang="de-DE" dirty="0">
                <a:latin typeface="Aptos" panose="020B0004020202020204" pitchFamily="34" charset="0"/>
              </a:rPr>
              <a:t>: Face ID bei Nachrichtenapps (</a:t>
            </a:r>
            <a:r>
              <a:rPr lang="de-DE" dirty="0" err="1">
                <a:latin typeface="Aptos" panose="020B0004020202020204" pitchFamily="34" charset="0"/>
              </a:rPr>
              <a:t>etc</a:t>
            </a:r>
            <a:r>
              <a:rPr lang="de-DE" dirty="0">
                <a:latin typeface="Aptos" panose="020B0004020202020204" pitchFamily="34" charset="0"/>
              </a:rPr>
              <a:t>) auf Handy/Tablet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endParaRPr lang="de-AT" u="sng" dirty="0">
              <a:latin typeface="Aptos" panose="020B0004020202020204" pitchFamily="34" charset="0"/>
            </a:endParaRPr>
          </a:p>
          <a:p>
            <a:endParaRPr lang="de-AT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74219E77-5759-147B-3E5D-B550BE06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A6 - Schützen Sie Identitäten, Zugriffe und Berechtigungen in geeigneter und nachvollziehbarer Weise?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B8FF1C4-E71E-746B-0046-9214054F495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428AEAC-D13E-BEC6-A410-1C97B7CBDEC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BF3396-BB01-FC57-8B86-6EC2165A53E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13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33FD7-DA3D-F1C5-7E56-412D6989F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AD516A1-9B14-E7D8-950F-884EC3A70A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Berechtigungsmanagement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EE3ED01-9921-0348-9BD1-F7369C5C78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10584682" cy="4032250"/>
          </a:xfrm>
        </p:spPr>
        <p:txBody>
          <a:bodyPr/>
          <a:lstStyle/>
          <a:p>
            <a:endParaRPr lang="de-AT" u="sng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Ja, haben wir: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Sophos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AT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Verbesserung: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SIEM (</a:t>
            </a:r>
            <a:r>
              <a:rPr lang="en-US" b="1" dirty="0">
                <a:latin typeface="Aptos" panose="020B0004020202020204" pitchFamily="34" charset="0"/>
              </a:rPr>
              <a:t>Security Information and Event Management)</a:t>
            </a:r>
            <a:endParaRPr lang="de-DE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dirty="0">
              <a:latin typeface="Aptos" panose="020B0004020202020204" pitchFamily="34" charset="0"/>
            </a:endParaRPr>
          </a:p>
          <a:p>
            <a:r>
              <a:rPr lang="de-DE" dirty="0">
                <a:latin typeface="Aptos" panose="020B0004020202020204" pitchFamily="34" charset="0"/>
              </a:rPr>
              <a:t>Obwohl Sophos XDR, MDR und NDR viele Aufgaben eines klassischen SIEM übernehmen können – wie etwa die Erkennung, Korrelation und Analyse von Sicherheitsvorfällen – gibt es wichtige Einschränkungen, insbesondere im Hinblick auf Compliance und langfristige Protokollaufbewahrung.</a:t>
            </a:r>
          </a:p>
          <a:p>
            <a:r>
              <a:rPr lang="de-DE" b="1" dirty="0">
                <a:latin typeface="Aptos" panose="020B0004020202020204" pitchFamily="34" charset="0"/>
              </a:rPr>
              <a:t>Langfristige Datenaufbewahrung:</a:t>
            </a:r>
            <a:r>
              <a:rPr lang="de-DE" dirty="0">
                <a:latin typeface="Aptos" panose="020B0004020202020204" pitchFamily="34" charset="0"/>
              </a:rPr>
              <a:t> In regulierten Branchen wie Finanzwesen, Gesundheitswesen oder KRITIS sind </a:t>
            </a:r>
            <a:r>
              <a:rPr lang="de-DE" b="1" dirty="0">
                <a:latin typeface="Aptos" panose="020B0004020202020204" pitchFamily="34" charset="0"/>
              </a:rPr>
              <a:t>gesetzliche Aufbewahrungsfristen von 6 bis 10 Jahren</a:t>
            </a:r>
            <a:r>
              <a:rPr lang="de-DE" dirty="0">
                <a:latin typeface="Aptos" panose="020B0004020202020204" pitchFamily="34" charset="0"/>
              </a:rPr>
              <a:t> für sicherheitsrelevante Protokolle üblich. Die Sophos-Lösungen sind primär auf operative Bedrohungserkennung und -reaktion ausgelegt und nicht für eine revisionssichere Langzeitspeicherung konzipiert.</a:t>
            </a:r>
          </a:p>
          <a:p>
            <a:r>
              <a:rPr lang="de-DE" b="1" dirty="0">
                <a:latin typeface="Aptos" panose="020B0004020202020204" pitchFamily="34" charset="0"/>
              </a:rPr>
              <a:t>Begrenzter Log-Quellenumfang:</a:t>
            </a:r>
            <a:r>
              <a:rPr lang="de-DE" dirty="0">
                <a:latin typeface="Aptos" panose="020B0004020202020204" pitchFamily="34" charset="0"/>
              </a:rPr>
              <a:t> Während ein SIEM herstellerübergreifende Protokolle aus unterschiedlichsten IT-Systemen zentralisiert, analysieren Sophos-Lösungen primär sicherheitsrelevante Daten.</a:t>
            </a:r>
          </a:p>
          <a:p>
            <a:r>
              <a:rPr lang="de-DE" b="1" dirty="0">
                <a:latin typeface="Aptos" panose="020B0004020202020204" pitchFamily="34" charset="0"/>
              </a:rPr>
              <a:t>Kein vollständiger Compliance-Nachweis:</a:t>
            </a:r>
            <a:r>
              <a:rPr lang="de-DE" dirty="0">
                <a:latin typeface="Aptos" panose="020B0004020202020204" pitchFamily="34" charset="0"/>
              </a:rPr>
              <a:t> Unternehmen mit Anforderungen aus DORA, IT-</a:t>
            </a:r>
            <a:r>
              <a:rPr lang="de-DE" dirty="0" err="1">
                <a:latin typeface="Aptos" panose="020B0004020202020204" pitchFamily="34" charset="0"/>
              </a:rPr>
              <a:t>SiG</a:t>
            </a:r>
            <a:r>
              <a:rPr lang="de-DE" dirty="0">
                <a:latin typeface="Aptos" panose="020B0004020202020204" pitchFamily="34" charset="0"/>
              </a:rPr>
              <a:t> 2.0 oder ISO 27001 benötigen häufig ein separates SIEM für Prüfungen, Audit-Trails und detaillierte Forensik.</a:t>
            </a:r>
          </a:p>
          <a:p>
            <a:r>
              <a:rPr lang="de-DE" b="1" dirty="0">
                <a:latin typeface="Aptos" panose="020B0004020202020204" pitchFamily="34" charset="0"/>
              </a:rPr>
              <a:t>Fokus auf operative Sicherheit:</a:t>
            </a:r>
            <a:r>
              <a:rPr lang="de-DE" dirty="0">
                <a:latin typeface="Aptos" panose="020B0004020202020204" pitchFamily="34" charset="0"/>
              </a:rPr>
              <a:t> Sophos XDR, MDR und NDR sind auf Echtzeit-Erkennung und -Reaktion ausgelegt – nicht auf vollumfängliche Log-Management-Prozesse mit Compliance-Fokus.</a:t>
            </a:r>
          </a:p>
          <a:p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DB097B8-1A3B-344B-43E7-F2863441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A7 - Haben Sie Technologie im Einsatz, die Log Files Ihrer Systeme automatisiert korreliert und analysiert?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CBC5B7-DB6D-E1FD-80E7-3824FE20BFF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B3152BC-167D-7327-D392-A4E72A2277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74F952-909F-C7D0-407E-E59909B70F9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600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1898-BACC-93BE-0406-FCF01B2C7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D556E8D-F117-7CEA-89C9-D3F3A95271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Berechtigungsmanagement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FF6CF1-8D3D-3EA2-E725-A5DF897ABD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DE" u="sng" dirty="0">
              <a:latin typeface="Aptos" panose="020B0004020202020204" pitchFamily="34" charset="0"/>
            </a:endParaRPr>
          </a:p>
          <a:p>
            <a:endParaRPr lang="de-DE" u="sng" dirty="0">
              <a:latin typeface="Aptos" panose="020B0004020202020204" pitchFamily="34" charset="0"/>
            </a:endParaRPr>
          </a:p>
          <a:p>
            <a:endParaRPr lang="de-DE" u="sng" dirty="0">
              <a:latin typeface="Aptos" panose="020B0004020202020204" pitchFamily="34" charset="0"/>
            </a:endParaRPr>
          </a:p>
          <a:p>
            <a:endParaRPr lang="de-DE" u="sng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Ja: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Über Sophos MDR/Redundanz/USVs/Bitlocker/Cybercrime RL/Rechenzentrum, das EN 50600 zertifiziert ist</a:t>
            </a:r>
          </a:p>
          <a:p>
            <a:endParaRPr lang="de-DE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Problem: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AT" dirty="0">
                <a:latin typeface="Aptos" panose="020B0004020202020204" pitchFamily="34" charset="0"/>
              </a:rPr>
              <a:t>Kein schriftliches </a:t>
            </a:r>
            <a:r>
              <a:rPr lang="de-AT" dirty="0" err="1">
                <a:latin typeface="Aptos" panose="020B0004020202020204" pitchFamily="34" charset="0"/>
              </a:rPr>
              <a:t>Resilienzkonzept</a:t>
            </a:r>
            <a:endParaRPr lang="de-AT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2AC56CA-D40C-948C-B851-35597B16E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A8 - Haben oder nutzen Sie ein Security </a:t>
            </a:r>
            <a:r>
              <a:rPr lang="de-DE" dirty="0" err="1">
                <a:latin typeface="Aptos" panose="020B0004020202020204" pitchFamily="34" charset="0"/>
              </a:rPr>
              <a:t>Operations</a:t>
            </a:r>
            <a:r>
              <a:rPr lang="de-DE" dirty="0">
                <a:latin typeface="Aptos" panose="020B0004020202020204" pitchFamily="34" charset="0"/>
              </a:rPr>
              <a:t> Team?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A9 - Können Sie bei einem schwerwiegenden Sicherheitsvorfall auf 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qualifizierte Ressourcen zurückgreifen?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A10 - Stellen Sie über ein getestetes </a:t>
            </a:r>
            <a:r>
              <a:rPr lang="de-DE" dirty="0" err="1">
                <a:latin typeface="Aptos" panose="020B0004020202020204" pitchFamily="34" charset="0"/>
              </a:rPr>
              <a:t>Resilienzkonzept</a:t>
            </a:r>
            <a:r>
              <a:rPr lang="de-DE" dirty="0">
                <a:latin typeface="Aptos" panose="020B0004020202020204" pitchFamily="34" charset="0"/>
              </a:rPr>
              <a:t> oder eine resiliente </a:t>
            </a:r>
            <a:br>
              <a:rPr lang="de-DE" dirty="0">
                <a:latin typeface="Aptos" panose="020B0004020202020204" pitchFamily="34" charset="0"/>
              </a:rPr>
            </a:br>
            <a:r>
              <a:rPr lang="de-DE" dirty="0">
                <a:latin typeface="Aptos" panose="020B0004020202020204" pitchFamily="34" charset="0"/>
              </a:rPr>
              <a:t>Architektur Ihre Betriebskontinuität sicher?</a:t>
            </a:r>
            <a:r>
              <a:rPr lang="de-DE" b="0" dirty="0"/>
              <a:t>	</a:t>
            </a:r>
            <a:br>
              <a:rPr lang="de-DE" b="0" dirty="0"/>
            </a:br>
            <a:r>
              <a:rPr lang="de-DE" b="0" dirty="0"/>
              <a:t>	</a:t>
            </a:r>
            <a:br>
              <a:rPr lang="de-DE" b="0" dirty="0"/>
            </a:br>
            <a:br>
              <a:rPr lang="de-DE" b="0" dirty="0"/>
            </a:br>
            <a:br>
              <a:rPr lang="de-DE" dirty="0"/>
            </a:br>
            <a:r>
              <a:rPr lang="de-DE" b="0" dirty="0">
                <a:latin typeface="Aptos" panose="020B0004020202020204" pitchFamily="34" charset="0"/>
              </a:rPr>
              <a:t>	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CB81964-43BE-5C32-2420-7E7B20548ED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E2E11D1-512A-C763-0A20-BAE48BB0214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843CD5-8265-C25A-ADF7-CE6C7D6A022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80319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6CC41-50C3-61CE-2516-4E49FAB6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3EA4058-1AEB-D6A7-B608-07C1622D6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Schutz - Berechtigungsmanagement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3C74D9-DB3A-9A29-B68A-691FAE190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r>
              <a:rPr lang="de-DE" u="sng" dirty="0">
                <a:latin typeface="Aptos" panose="020B0004020202020204" pitchFamily="34" charset="0"/>
              </a:rPr>
              <a:t>Ja: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Über den </a:t>
            </a:r>
            <a:r>
              <a:rPr lang="de-DE" dirty="0" err="1">
                <a:latin typeface="Aptos" panose="020B0004020202020204" pitchFamily="34" charset="0"/>
              </a:rPr>
              <a:t>CyberRisk</a:t>
            </a:r>
            <a:r>
              <a:rPr lang="de-DE" dirty="0">
                <a:latin typeface="Aptos" panose="020B0004020202020204" pitchFamily="34" charset="0"/>
              </a:rPr>
              <a:t> Manager der KSV</a:t>
            </a:r>
            <a:endParaRPr lang="de-AT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E76E29A-3649-0A22-7868-428790A6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/>
          </a:bodyPr>
          <a:lstStyle/>
          <a:p>
            <a:r>
              <a:rPr lang="de-DE" dirty="0">
                <a:latin typeface="Aptos" panose="020B0004020202020204" pitchFamily="34" charset="0"/>
              </a:rPr>
              <a:t>A11 - Haben Sie einen Prozess zum Management Ihrer Lieferantenrisiken?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F331481-2334-7EC2-9623-C869478B7C1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FAE8F3-86B7-5955-9350-70228A0814F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93A20-9C60-E695-29D0-E3A444E493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5426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A906-A2A0-9EA6-CE96-D977DCB2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1F7E15B9-B78E-F5FF-8527-BD9C81D37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3032658"/>
            <a:ext cx="8426029" cy="792683"/>
          </a:xfrm>
        </p:spPr>
        <p:txBody>
          <a:bodyPr/>
          <a:lstStyle/>
          <a:p>
            <a:r>
              <a:rPr lang="de-DE" sz="4000" dirty="0"/>
              <a:t>Darüber hinaus</a:t>
            </a:r>
            <a:br>
              <a:rPr lang="de-DE" sz="4000" dirty="0"/>
            </a:br>
            <a:br>
              <a:rPr lang="de-DE" sz="4000" b="0" dirty="0"/>
            </a:br>
            <a:endParaRPr lang="de-DE" sz="4000" b="0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499D64-6558-57E3-B0BE-ED903DC3B49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B651745-9851-13DA-6FE4-CA3CD8A16E9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8BA8CC2-19BB-CAF8-6CD2-502048A0FD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de-DE"/>
              <a:t>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2988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BBFC4-4341-B8CD-B9DA-CA356634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A7DAFC2-0788-928D-F1AF-97FDC69997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Weiteres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63C6F1-8B73-E6C2-03DE-B30F7844DAA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pPr marL="342900" lvl="0" indent="-342900">
              <a:buFont typeface="Montserrat" panose="00000500000000000000" pitchFamily="2" charset="0"/>
              <a:buChar char="-"/>
            </a:pP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Was sind überhaupt kritische Netzwerk und Sicherheitssysteme? Was sind kritische Geschäftsprozesse? Wie schützen wir diese?</a:t>
            </a:r>
          </a:p>
          <a:p>
            <a:pPr marL="342900" indent="-342900">
              <a:buFont typeface="Montserrat" panose="00000500000000000000" pitchFamily="2" charset="0"/>
              <a:buChar char="-"/>
            </a:pPr>
            <a:r>
              <a:rPr lang="de-AT" b="1" dirty="0">
                <a:solidFill>
                  <a:srgbClr val="202429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Dokumentiertes und getestetes Business Continuity Management (BCM) </a:t>
            </a:r>
            <a:r>
              <a:rPr lang="de-AT" dirty="0">
                <a:solidFill>
                  <a:srgbClr val="202429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– BCM:</a:t>
            </a:r>
            <a:r>
              <a:rPr lang="de-AT" dirty="0">
                <a:solidFill>
                  <a:srgbClr val="202429"/>
                </a:solidFill>
                <a:latin typeface="Montserrat" panose="00000500000000000000" pitchFamily="2" charset="0"/>
                <a:ea typeface="Times New Roman" panose="02020603050405020304" pitchFamily="18" charset="0"/>
                <a:cs typeface="Montserrat" panose="00000500000000000000" pitchFamily="2" charset="0"/>
              </a:rPr>
              <a:t> </a:t>
            </a:r>
            <a:r>
              <a:rPr lang="de-AT" dirty="0">
                <a:solidFill>
                  <a:srgbClr val="202429"/>
                </a:solidFill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ganzheitlicher Prozess, um kritische Geschäftsfunktionen bei Störungen, Notfällen oder Krisen aufrechtzuerhalten und schnell wiederherzustellen </a:t>
            </a:r>
          </a:p>
          <a:p>
            <a:endParaRPr lang="de-AT" sz="1400" dirty="0">
              <a:solidFill>
                <a:srgbClr val="202429"/>
              </a:solidFill>
              <a:effectLst/>
              <a:latin typeface="Montserrat" panose="00000500000000000000" pitchFamily="2" charset="0"/>
              <a:ea typeface="Aptos" panose="020B0004020202020204" pitchFamily="34" charset="0"/>
              <a:cs typeface="Montserrat" panose="00000500000000000000" pitchFamily="2" charset="0"/>
            </a:endParaRPr>
          </a:p>
          <a:p>
            <a:pPr marL="342900" lvl="0" indent="-342900">
              <a:buFont typeface="Montserrat" panose="00000500000000000000" pitchFamily="2" charset="0"/>
              <a:buChar char="-"/>
            </a:pP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Trennung: </a:t>
            </a:r>
            <a:r>
              <a:rPr lang="de-AT" sz="1400" b="1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Geräte für Firmennutzung vs. Privatnutzung 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(auch: „alle bekommen Firmenhandy (es muss kein </a:t>
            </a:r>
            <a:r>
              <a:rPr lang="de-AT" sz="1400" dirty="0" err="1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Iphone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 sein), </a:t>
            </a:r>
            <a:r>
              <a:rPr lang="de-AT" sz="1400" u="sng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wenn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 zum Beispiel erwartet wird, dass sie ihre privaten Geräte für Firmenzwecke nützen sollen“)</a:t>
            </a:r>
          </a:p>
          <a:p>
            <a:pPr lvl="0"/>
            <a:endParaRPr lang="de-AT" sz="1400" dirty="0">
              <a:solidFill>
                <a:srgbClr val="202429"/>
              </a:solidFill>
              <a:effectLst/>
              <a:latin typeface="Montserrat" panose="00000500000000000000" pitchFamily="2" charset="0"/>
              <a:ea typeface="Aptos" panose="020B0004020202020204" pitchFamily="34" charset="0"/>
              <a:cs typeface="Montserrat" panose="00000500000000000000" pitchFamily="2" charset="0"/>
            </a:endParaRPr>
          </a:p>
          <a:p>
            <a:pPr marL="342900" lvl="0" indent="-342900">
              <a:buFont typeface="Montserrat" panose="00000500000000000000" pitchFamily="2" charset="0"/>
              <a:buChar char="-"/>
            </a:pPr>
            <a:r>
              <a:rPr lang="de-AT" sz="1400" dirty="0" err="1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Sharepoint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/Cloud Nutzung: </a:t>
            </a:r>
            <a:r>
              <a:rPr lang="de-AT" sz="1400" b="1" u="sng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Zentral verwaltet, ein Konzept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, Richtlinien für den Umgang, sicher eingerichtet. (-&gt; </a:t>
            </a:r>
            <a:r>
              <a:rPr lang="de-AT" sz="1400" dirty="0" err="1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nextcloud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)</a:t>
            </a:r>
          </a:p>
          <a:p>
            <a:pPr lvl="0"/>
            <a:endParaRPr lang="de-AT" sz="1400" dirty="0">
              <a:solidFill>
                <a:srgbClr val="202429"/>
              </a:solidFill>
              <a:effectLst/>
              <a:latin typeface="Montserrat" panose="00000500000000000000" pitchFamily="2" charset="0"/>
              <a:ea typeface="Aptos" panose="020B0004020202020204" pitchFamily="34" charset="0"/>
              <a:cs typeface="Montserrat" panose="00000500000000000000" pitchFamily="2" charset="0"/>
            </a:endParaRPr>
          </a:p>
          <a:p>
            <a:pPr marL="342900" lvl="0" indent="-342900">
              <a:buFont typeface="Montserrat" panose="00000500000000000000" pitchFamily="2" charset="0"/>
              <a:buChar char="-"/>
            </a:pP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Nachdem uns </a:t>
            </a:r>
            <a:r>
              <a:rPr lang="de-AT" sz="1400" dirty="0" err="1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Prosperus</a:t>
            </a:r>
            <a:r>
              <a:rPr lang="de-AT" sz="1400" dirty="0">
                <a:solidFill>
                  <a:srgbClr val="202429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Montserrat" panose="00000500000000000000" pitchFamily="2" charset="0"/>
              </a:rPr>
              <a:t> noch ein Weilchen begleiten wird: Wie können wir das Sicherheitsniveau dort erhöhen? Wo haben wir dringenden Handlungsbedarf?</a:t>
            </a:r>
            <a:endParaRPr lang="de-AT" sz="1400" dirty="0">
              <a:solidFill>
                <a:srgbClr val="202429"/>
              </a:solidFill>
              <a:effectLst/>
              <a:latin typeface="Montserrat" panose="00000500000000000000" pitchFamily="2" charset="0"/>
              <a:ea typeface="Aptos" panose="020B0004020202020204" pitchFamily="34" charset="0"/>
              <a:cs typeface="Montserrat" panose="00000500000000000000" pitchFamily="2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E46DCC7-577E-695D-9F20-8BA4837F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/>
          </a:bodyPr>
          <a:lstStyle/>
          <a:p>
            <a:r>
              <a:rPr lang="de-DE" dirty="0">
                <a:latin typeface="Aptos" panose="020B0004020202020204" pitchFamily="34" charset="0"/>
              </a:rPr>
              <a:t>Themen für 2026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6347CF-6109-6CF3-8CC9-F798325B4A2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6C5C0A-E8AB-E51E-729A-533697CC94D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0E58FC-9543-A558-9F33-84F9F727C97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945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95B2-4651-053F-666F-20A46EEE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0FBEFC5-9A20-8CFB-2161-4E49A8FBE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Wichtig</a:t>
            </a:r>
            <a:endParaRPr lang="de-AT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3FD50AD-CD6F-2AE5-25A5-CDC582ABE3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r>
              <a:rPr lang="de-AT" u="sng" dirty="0">
                <a:latin typeface="Aptos" panose="020B0004020202020204" pitchFamily="34" charset="0"/>
              </a:rPr>
              <a:t>Zu unserer Entlastung: 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dirty="0">
                <a:latin typeface="Aptos" panose="020B0004020202020204" pitchFamily="34" charset="0"/>
              </a:rPr>
              <a:t>Der Kunde erhält </a:t>
            </a:r>
            <a:r>
              <a:rPr lang="de-AT" b="1" dirty="0">
                <a:latin typeface="Aptos" panose="020B0004020202020204" pitchFamily="34" charset="0"/>
              </a:rPr>
              <a:t>regelmäßig die Sicherung alle seine Daten </a:t>
            </a:r>
            <a:r>
              <a:rPr lang="de-AT" dirty="0">
                <a:latin typeface="Aptos" panose="020B0004020202020204" pitchFamily="34" charset="0"/>
              </a:rPr>
              <a:t>und muss diese bei sich (auch) sichern.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Aus rechtlicher Sicht: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Haftungsreduktion durch Mitverschulden des Kunden: Wenn der Kunde regelmäßig vollständige Datenexporte erhält und keine eigenen Backups erstellt, trifft ihn im Schadensfall (z. B. Datenverlust) ein Mitverschulden (§ 1304 ABGB), was unsere Haftung deutlich reduziert.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Vertraglich absichern: Die Datenübermittlung sollte klar geregelt sein – inkl. Hinweis, dass der Kunde die Daten selbst sichern und im Schadensfall auf Basis dieser Backups wiederherstellen muss.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DSGVO-konforme Sicherheitsmaßnahme: Die monatliche Übergabe verbessert die Datenverfügbarkeit (Art. 32 DSGVO).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>
                <a:latin typeface="Aptos" panose="020B0004020202020204" pitchFamily="34" charset="0"/>
              </a:rPr>
              <a:t>EU Data Act: Die Maßnahme erfüllt ggfs kommende Anforderungen an </a:t>
            </a:r>
            <a:r>
              <a:rPr lang="de-DE" dirty="0" err="1">
                <a:latin typeface="Aptos" panose="020B0004020202020204" pitchFamily="34" charset="0"/>
              </a:rPr>
              <a:t>Datenportabilität</a:t>
            </a:r>
            <a:r>
              <a:rPr lang="de-DE" dirty="0">
                <a:latin typeface="Aptos" panose="020B0004020202020204" pitchFamily="34" charset="0"/>
              </a:rPr>
              <a:t> (maschinell lesbare Formate, Exit-Strategie) und reduziert Risiken im Rahmen neuer Cloud-Vorgaben</a:t>
            </a:r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FED8A52-207F-6033-0061-28004C087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152634" cy="504155"/>
          </a:xfrm>
        </p:spPr>
        <p:txBody>
          <a:bodyPr>
            <a:normAutofit/>
          </a:bodyPr>
          <a:lstStyle/>
          <a:p>
            <a:r>
              <a:rPr lang="de-DE" dirty="0">
                <a:latin typeface="Aptos" panose="020B0004020202020204" pitchFamily="34" charset="0"/>
              </a:rPr>
              <a:t>Datensicherungen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906B4-83E0-0657-503C-369D3FECC44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5EF8FE-F454-8655-7FC0-3618CC0EEE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D5C50F-C894-07FC-D1DA-07EEA483A0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0271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59E7E-2749-D350-CFF6-47AED095F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4912D47-8125-30EB-9CC2-FD002DBF8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>
                <a:latin typeface="Aptos" panose="020B0004020202020204" pitchFamily="34" charset="0"/>
              </a:rPr>
              <a:t>Weiteres</a:t>
            </a:r>
            <a:r>
              <a:rPr lang="de-AT" dirty="0"/>
              <a:t>	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2E9AEB-A5B2-7582-251E-D2229F1932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3886" y="1556792"/>
            <a:ext cx="8351838" cy="4032250"/>
          </a:xfrm>
        </p:spPr>
        <p:txBody>
          <a:bodyPr/>
          <a:lstStyle/>
          <a:p>
            <a:endParaRPr lang="de-DE" u="sng" dirty="0">
              <a:latin typeface="Aptos" panose="020B0004020202020204" pitchFamily="34" charset="0"/>
            </a:endParaRPr>
          </a:p>
          <a:p>
            <a:endParaRPr lang="de-DE" u="sng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Mails:</a:t>
            </a:r>
            <a:r>
              <a:rPr lang="de-DE" dirty="0">
                <a:latin typeface="Aptos" panose="020B0004020202020204" pitchFamily="34" charset="0"/>
              </a:rPr>
              <a:t> Tuta, </a:t>
            </a:r>
            <a:r>
              <a:rPr lang="de-DE" dirty="0" err="1">
                <a:latin typeface="Aptos" panose="020B0004020202020204" pitchFamily="34" charset="0"/>
              </a:rPr>
              <a:t>ProtonMail</a:t>
            </a:r>
            <a:r>
              <a:rPr lang="de-DE" dirty="0">
                <a:latin typeface="Aptos" panose="020B0004020202020204" pitchFamily="34" charset="0"/>
              </a:rPr>
              <a:t>, Posteo, Mailbox.org</a:t>
            </a:r>
          </a:p>
          <a:p>
            <a:endParaRPr lang="de-DE" u="sng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Suchmaschinen:</a:t>
            </a:r>
            <a:r>
              <a:rPr lang="de-DE" dirty="0">
                <a:latin typeface="Aptos" panose="020B0004020202020204" pitchFamily="34" charset="0"/>
              </a:rPr>
              <a:t> </a:t>
            </a:r>
            <a:r>
              <a:rPr lang="de-DE" dirty="0" err="1">
                <a:latin typeface="Aptos" panose="020B0004020202020204" pitchFamily="34" charset="0"/>
              </a:rPr>
              <a:t>Ecosia</a:t>
            </a:r>
            <a:r>
              <a:rPr lang="de-DE" dirty="0">
                <a:latin typeface="Aptos" panose="020B0004020202020204" pitchFamily="34" charset="0"/>
              </a:rPr>
              <a:t>, </a:t>
            </a:r>
            <a:r>
              <a:rPr lang="de-DE" dirty="0" err="1">
                <a:latin typeface="Aptos" panose="020B0004020202020204" pitchFamily="34" charset="0"/>
              </a:rPr>
              <a:t>qwant</a:t>
            </a:r>
            <a:r>
              <a:rPr lang="de-DE" dirty="0">
                <a:latin typeface="Aptos" panose="020B0004020202020204" pitchFamily="34" charset="0"/>
              </a:rPr>
              <a:t>, </a:t>
            </a:r>
            <a:r>
              <a:rPr lang="de-DE" dirty="0" err="1">
                <a:latin typeface="Aptos" panose="020B0004020202020204" pitchFamily="34" charset="0"/>
              </a:rPr>
              <a:t>startpage</a:t>
            </a:r>
            <a:endParaRPr lang="de-DE" dirty="0">
              <a:latin typeface="Aptos" panose="020B0004020202020204" pitchFamily="34" charset="0"/>
            </a:endParaRPr>
          </a:p>
          <a:p>
            <a:endParaRPr lang="de-DE" dirty="0">
              <a:latin typeface="Aptos" panose="020B0004020202020204" pitchFamily="34" charset="0"/>
            </a:endParaRPr>
          </a:p>
          <a:p>
            <a:r>
              <a:rPr lang="de-DE" u="sng" dirty="0">
                <a:latin typeface="Aptos" panose="020B0004020202020204" pitchFamily="34" charset="0"/>
              </a:rPr>
              <a:t>Messenger:</a:t>
            </a:r>
            <a:r>
              <a:rPr lang="de-DE" dirty="0">
                <a:latin typeface="Aptos" panose="020B0004020202020204" pitchFamily="34" charset="0"/>
              </a:rPr>
              <a:t>  Threema, </a:t>
            </a:r>
            <a:r>
              <a:rPr lang="de-DE" dirty="0" err="1">
                <a:latin typeface="Aptos" panose="020B0004020202020204" pitchFamily="34" charset="0"/>
              </a:rPr>
              <a:t>Olvid</a:t>
            </a:r>
            <a:r>
              <a:rPr lang="de-DE" dirty="0">
                <a:latin typeface="Aptos" panose="020B0004020202020204" pitchFamily="34" charset="0"/>
              </a:rPr>
              <a:t>, </a:t>
            </a:r>
            <a:r>
              <a:rPr lang="de-AT" dirty="0" err="1">
                <a:latin typeface="Aptos" panose="020B0004020202020204" pitchFamily="34" charset="0"/>
              </a:rPr>
              <a:t>ginlo</a:t>
            </a:r>
            <a:r>
              <a:rPr lang="de-AT" dirty="0">
                <a:latin typeface="Aptos" panose="020B0004020202020204" pitchFamily="34" charset="0"/>
              </a:rPr>
              <a:t> Private, SKRED 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Teams, Slack, Office-365-Alternativen:</a:t>
            </a:r>
            <a:r>
              <a:rPr lang="de-AT" dirty="0">
                <a:latin typeface="Aptos" panose="020B0004020202020204" pitchFamily="34" charset="0"/>
              </a:rPr>
              <a:t> </a:t>
            </a:r>
            <a:r>
              <a:rPr lang="de-AT" dirty="0" err="1">
                <a:latin typeface="Aptos" panose="020B0004020202020204" pitchFamily="34" charset="0"/>
              </a:rPr>
              <a:t>Nextcloud</a:t>
            </a:r>
            <a:r>
              <a:rPr lang="de-AT" dirty="0">
                <a:latin typeface="Aptos" panose="020B0004020202020204" pitchFamily="34" charset="0"/>
              </a:rPr>
              <a:t> (Office, Files, Assistant, Flow, Talk), </a:t>
            </a:r>
            <a:r>
              <a:rPr lang="de-AT" dirty="0" err="1">
                <a:latin typeface="Aptos" panose="020B0004020202020204" pitchFamily="34" charset="0"/>
              </a:rPr>
              <a:t>kSuite</a:t>
            </a:r>
            <a:r>
              <a:rPr lang="de-AT" dirty="0">
                <a:latin typeface="Aptos" panose="020B0004020202020204" pitchFamily="34" charset="0"/>
              </a:rPr>
              <a:t> (</a:t>
            </a:r>
            <a:r>
              <a:rPr lang="de-DE" dirty="0">
                <a:latin typeface="Aptos" panose="020B0004020202020204" pitchFamily="34" charset="0"/>
              </a:rPr>
              <a:t>öffentliche und private Kanäle, Direktnachrichten, Datei-Versand und </a:t>
            </a:r>
            <a:r>
              <a:rPr lang="de-DE" dirty="0" err="1">
                <a:latin typeface="Aptos" panose="020B0004020202020204" pitchFamily="34" charset="0"/>
              </a:rPr>
              <a:t>Videocalls</a:t>
            </a:r>
            <a:r>
              <a:rPr lang="de-DE" dirty="0">
                <a:latin typeface="Aptos" panose="020B0004020202020204" pitchFamily="34" charset="0"/>
              </a:rPr>
              <a:t> mit Bildschirm-Freigabe, </a:t>
            </a:r>
            <a:r>
              <a:rPr lang="de-AT" dirty="0" err="1">
                <a:latin typeface="Aptos" panose="020B0004020202020204" pitchFamily="34" charset="0"/>
              </a:rPr>
              <a:t>OnlyOffice</a:t>
            </a:r>
            <a:r>
              <a:rPr lang="de-AT" dirty="0">
                <a:latin typeface="Aptos" panose="020B0004020202020204" pitchFamily="34" charset="0"/>
              </a:rPr>
              <a:t> Office-Paket), </a:t>
            </a:r>
            <a:r>
              <a:rPr lang="de-AT" dirty="0" err="1">
                <a:latin typeface="Aptos" panose="020B0004020202020204" pitchFamily="34" charset="0"/>
              </a:rPr>
              <a:t>Cryptpad</a:t>
            </a:r>
            <a:r>
              <a:rPr lang="de-AT" dirty="0">
                <a:latin typeface="Aptos" panose="020B0004020202020204" pitchFamily="34" charset="0"/>
              </a:rPr>
              <a:t> (Bearbeiten von Dokumenten), </a:t>
            </a:r>
            <a:r>
              <a:rPr lang="de-AT" dirty="0" err="1">
                <a:latin typeface="Aptos" panose="020B0004020202020204" pitchFamily="34" charset="0"/>
              </a:rPr>
              <a:t>Stackfield</a:t>
            </a:r>
            <a:r>
              <a:rPr lang="de-AT" dirty="0">
                <a:latin typeface="Aptos" panose="020B0004020202020204" pitchFamily="34" charset="0"/>
              </a:rPr>
              <a:t> (</a:t>
            </a:r>
            <a:r>
              <a:rPr lang="de-AT" dirty="0" err="1">
                <a:latin typeface="Aptos" panose="020B0004020202020204" pitchFamily="34" charset="0"/>
              </a:rPr>
              <a:t>Videocalls</a:t>
            </a:r>
            <a:r>
              <a:rPr lang="de-AT" dirty="0">
                <a:latin typeface="Aptos" panose="020B0004020202020204" pitchFamily="34" charset="0"/>
              </a:rPr>
              <a:t>, Kanban Boards)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u="sng" dirty="0">
                <a:latin typeface="Aptos" panose="020B0004020202020204" pitchFamily="34" charset="0"/>
              </a:rPr>
              <a:t>KI:</a:t>
            </a:r>
            <a:r>
              <a:rPr lang="de-AT" dirty="0">
                <a:latin typeface="Aptos" panose="020B0004020202020204" pitchFamily="34" charset="0"/>
              </a:rPr>
              <a:t> Mistral, </a:t>
            </a:r>
            <a:r>
              <a:rPr lang="de-AT" dirty="0" err="1">
                <a:latin typeface="Aptos" panose="020B0004020202020204" pitchFamily="34" charset="0"/>
              </a:rPr>
              <a:t>Lumo</a:t>
            </a:r>
            <a:r>
              <a:rPr lang="de-AT" dirty="0">
                <a:latin typeface="Aptos" panose="020B0004020202020204" pitchFamily="34" charset="0"/>
              </a:rPr>
              <a:t>, Black Forest Labs, Flux</a:t>
            </a:r>
          </a:p>
          <a:p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endParaRPr lang="de-AT" dirty="0">
              <a:latin typeface="Aptos" panose="020B0004020202020204" pitchFamily="34" charset="0"/>
            </a:endParaRPr>
          </a:p>
          <a:p>
            <a:r>
              <a:rPr lang="de-AT" dirty="0">
                <a:latin typeface="Aptos" panose="020B0004020202020204" pitchFamily="34" charset="0"/>
              </a:rPr>
              <a:t> </a:t>
            </a:r>
            <a:endParaRPr lang="de-DE" dirty="0">
              <a:latin typeface="Aptos" panose="020B0004020202020204" pitchFamily="34" charset="0"/>
            </a:endParaRP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7664499-D4EA-E1A1-FA84-90F60CE1D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6" y="836613"/>
            <a:ext cx="10440666" cy="504155"/>
          </a:xfrm>
        </p:spPr>
        <p:txBody>
          <a:bodyPr>
            <a:normAutofit fontScale="90000"/>
          </a:bodyPr>
          <a:lstStyle/>
          <a:p>
            <a:r>
              <a:rPr lang="de-DE" dirty="0">
                <a:latin typeface="Aptos" panose="020B0004020202020204" pitchFamily="34" charset="0"/>
              </a:rPr>
              <a:t>Auf Grund aktueller politischer Gegebenheiten: Können wir eine europäische Schatteninfrastruktur aufbauen, falls US-Dienste abgeschaltet werden? Wo können wir auf europäische Lösungen umsteigen? </a:t>
            </a:r>
            <a:endParaRPr lang="de-DE" b="0" dirty="0">
              <a:latin typeface="Aptos" panose="020B0004020202020204" pitchFamily="34" charset="0"/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5398FF-E462-DE07-7798-E33EAE34EEE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A634FC-D707-D74E-9A1A-1E54B5406F9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F5C89A-B500-D433-10F4-09D0E2274B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39998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2E92469-5026-C6F4-3EFD-F763222F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DD2E66-E326-C336-C13B-AC03CDC48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Logo/Form - bitte nicht deaktivieren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4C04ED8-52FD-0333-EB12-D3B0D85AC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D3B53-F880-48BA-A2C6-F021E7AE1E24}" type="slidenum">
              <a:rPr lang="de-DE" smtClean="0"/>
              <a:pPr/>
              <a:t>29</a:t>
            </a:fld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449A29B-05D7-9ED1-5048-E8DCA433E2EC}"/>
              </a:ext>
            </a:extLst>
          </p:cNvPr>
          <p:cNvSpPr txBox="1"/>
          <p:nvPr/>
        </p:nvSpPr>
        <p:spPr>
          <a:xfrm>
            <a:off x="3040380" y="5229200"/>
            <a:ext cx="60990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800" dirty="0">
                <a:solidFill>
                  <a:schemeClr val="bg1"/>
                </a:solidFill>
              </a:rPr>
              <a:t>Legal</a:t>
            </a:r>
          </a:p>
          <a:p>
            <a:pPr algn="ctr"/>
            <a:r>
              <a:rPr lang="de-DE" sz="800" dirty="0">
                <a:solidFill>
                  <a:schemeClr val="bg1"/>
                </a:solidFill>
              </a:rPr>
              <a:t>datenschutz@directmind.at</a:t>
            </a:r>
          </a:p>
        </p:txBody>
      </p:sp>
    </p:spTree>
    <p:extLst>
      <p:ext uri="{BB962C8B-B14F-4D97-AF65-F5344CB8AC3E}">
        <p14:creationId xmlns:p14="http://schemas.microsoft.com/office/powerpoint/2010/main" val="3353602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rectmind_Template_2023">
  <a:themeElements>
    <a:clrScheme name="Benutzerdefiniert 5">
      <a:dk1>
        <a:sysClr val="windowText" lastClr="000000"/>
      </a:dk1>
      <a:lt1>
        <a:sysClr val="window" lastClr="FFFFFF"/>
      </a:lt1>
      <a:dk2>
        <a:srgbClr val="E4E4E4"/>
      </a:dk2>
      <a:lt2>
        <a:srgbClr val="888888"/>
      </a:lt2>
      <a:accent1>
        <a:srgbClr val="7A0050"/>
      </a:accent1>
      <a:accent2>
        <a:srgbClr val="0080A6"/>
      </a:accent2>
      <a:accent3>
        <a:srgbClr val="008168"/>
      </a:accent3>
      <a:accent4>
        <a:srgbClr val="F7A600"/>
      </a:accent4>
      <a:accent5>
        <a:srgbClr val="FF70A6"/>
      </a:accent5>
      <a:accent6>
        <a:srgbClr val="FB8B24"/>
      </a:accent6>
      <a:hlink>
        <a:srgbClr val="0563C1"/>
      </a:hlink>
      <a:folHlink>
        <a:srgbClr val="954F72"/>
      </a:folHlink>
    </a:clrScheme>
    <a:fontScheme name="Benutzerdefiniert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/>
      <a:lstStyle>
        <a:defPPr algn="ctr">
          <a:defRPr sz="14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16000" indent="-216000" algn="l">
          <a:spcBef>
            <a:spcPts val="200"/>
          </a:spcBef>
          <a:spcAft>
            <a:spcPts val="600"/>
          </a:spcAft>
          <a:buFont typeface="Arial" panose="020B0604020202020204" pitchFamily="34" charset="0"/>
          <a:buChar char="•"/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irectmind_Template_01_EXP" id="{9A1D050F-EF38-4179-9BD1-19D9756B33DA}" vid="{6DE04DA9-B327-4C83-A503-2F77110522B2}"/>
    </a:ext>
  </a:extLst>
</a:theme>
</file>

<file path=ppt/theme/theme2.xml><?xml version="1.0" encoding="utf-8"?>
<a:theme xmlns:a="http://schemas.openxmlformats.org/drawingml/2006/main" name="Office">
  <a:themeElements>
    <a:clrScheme name="Benutzerdefiniert 5">
      <a:dk1>
        <a:sysClr val="windowText" lastClr="000000"/>
      </a:dk1>
      <a:lt1>
        <a:sysClr val="window" lastClr="FFFFFF"/>
      </a:lt1>
      <a:dk2>
        <a:srgbClr val="E4E4E4"/>
      </a:dk2>
      <a:lt2>
        <a:srgbClr val="888888"/>
      </a:lt2>
      <a:accent1>
        <a:srgbClr val="7A0050"/>
      </a:accent1>
      <a:accent2>
        <a:srgbClr val="0080A6"/>
      </a:accent2>
      <a:accent3>
        <a:srgbClr val="008168"/>
      </a:accent3>
      <a:accent4>
        <a:srgbClr val="F7A600"/>
      </a:accent4>
      <a:accent5>
        <a:srgbClr val="FF70A6"/>
      </a:accent5>
      <a:accent6>
        <a:srgbClr val="FB8B24"/>
      </a:accent6>
      <a:hlink>
        <a:srgbClr val="0563C1"/>
      </a:hlink>
      <a:folHlink>
        <a:srgbClr val="954F72"/>
      </a:folHlink>
    </a:clrScheme>
    <a:fontScheme name="Benutzerdefiniert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b="1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16000" indent="-216000" algn="l">
          <a:spcBef>
            <a:spcPts val="200"/>
          </a:spcBef>
          <a:spcAft>
            <a:spcPts val="600"/>
          </a:spcAft>
          <a:buFont typeface="Arial" panose="020B0604020202020204" pitchFamily="34" charset="0"/>
          <a:buChar char="•"/>
          <a:defRPr sz="1200"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5">
      <a:dk1>
        <a:sysClr val="windowText" lastClr="000000"/>
      </a:dk1>
      <a:lt1>
        <a:sysClr val="window" lastClr="FFFFFF"/>
      </a:lt1>
      <a:dk2>
        <a:srgbClr val="E4E4E4"/>
      </a:dk2>
      <a:lt2>
        <a:srgbClr val="888888"/>
      </a:lt2>
      <a:accent1>
        <a:srgbClr val="7A0050"/>
      </a:accent1>
      <a:accent2>
        <a:srgbClr val="0080A6"/>
      </a:accent2>
      <a:accent3>
        <a:srgbClr val="008168"/>
      </a:accent3>
      <a:accent4>
        <a:srgbClr val="F7A600"/>
      </a:accent4>
      <a:accent5>
        <a:srgbClr val="FF70A6"/>
      </a:accent5>
      <a:accent6>
        <a:srgbClr val="FB8B24"/>
      </a:accent6>
      <a:hlink>
        <a:srgbClr val="0563C1"/>
      </a:hlink>
      <a:folHlink>
        <a:srgbClr val="954F72"/>
      </a:folHlink>
    </a:clrScheme>
    <a:fontScheme name="Benutzerdefiniert 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Directmind_Template_2023</Template>
  <TotalTime>0</TotalTime>
  <Words>2307</Words>
  <Application>Microsoft Office PowerPoint</Application>
  <PresentationFormat>Breitbild</PresentationFormat>
  <Paragraphs>338</Paragraphs>
  <Slides>29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7" baseType="lpstr">
      <vt:lpstr>Aptos</vt:lpstr>
      <vt:lpstr>Arial</vt:lpstr>
      <vt:lpstr>Georgia</vt:lpstr>
      <vt:lpstr>Montserrat</vt:lpstr>
      <vt:lpstr>Segoe UI</vt:lpstr>
      <vt:lpstr>Symbol</vt:lpstr>
      <vt:lpstr>Directmind_Template_2023</vt:lpstr>
      <vt:lpstr>Paket</vt:lpstr>
      <vt:lpstr>PowerPoint-Präsentation</vt:lpstr>
      <vt:lpstr>Unser Audit… recap  </vt:lpstr>
      <vt:lpstr>Level B (= das muss man in jedem Fall bringen!) </vt:lpstr>
      <vt:lpstr>B1 - Haben Sie eine aktuelle Informationssicherheitsrichtlinie (bzw. IT-Sicherheitsrichtlinie), die für Ihr Unternehmen gültig ist? </vt:lpstr>
      <vt:lpstr>B2 - Schulen Sie Ihre Mitarbeiter regelmäßig in Informationssicherheit? </vt:lpstr>
      <vt:lpstr>B3 - Gibt es in Ihrem Unternehmen eine oder mehrere benannte Personen, die für das Thema Informationssicherheit zuständig sind?   </vt:lpstr>
      <vt:lpstr>B4 - Pflegen Sie regelmäßig ein Verzeichnis all Ihrer IT-Assets und -Services (inkl. Cloud-Dienste) sowie der damit verbundenen Verantwortlichkeiten?   </vt:lpstr>
      <vt:lpstr>B5 - Verwalten Sie den Zugang zu Ihren Systemen nacheinem Berechtigungskonzept, das jedem nur die für seine Arbeit notwendigen Rechte einräumt?   </vt:lpstr>
      <vt:lpstr>B6 - Verlangen Sie von Ihren Mitarbeitern für alle Anwendungen Passwörter mit einer sicheren Mindeststärke zu verwenden?     </vt:lpstr>
      <vt:lpstr>B7 - Verwenden Sie die vom Hersteller empfohlenen Sicherheitseinstellungen und achten Sie auf eine sichere Konfiguration all Ihrer IT-Systeme?    </vt:lpstr>
      <vt:lpstr>B8 - Überprüfen Sie - sofern vorhanden – individuell entwickelte, aus dem Internet zugängliche Anwendungen auf Sicherheitslücken vor Inbetriebnahme (oder verwenden Sie eine solche Software gar nicht)?    </vt:lpstr>
      <vt:lpstr>B9 - Aktualisieren Sie alle IT-Systeme und Anwendungen regelmäßig mit Sicherheits-updates?  B10 - Sichern Sie Ihr Netzwerk vor unberechtigtem Zugriff von außen ab? B11 - Überwachen Sie Ihre IT-Systeme auf Malware? B12 - Verschlüsseln Sie sensible Daten bei der Übertragung im Internet?      </vt:lpstr>
      <vt:lpstr>B13 - Protokollieren Sie die Nutzung Ihrer IT-Systeme, um Sicherheitsvorfälle nachvollziehbar zu machen?</vt:lpstr>
      <vt:lpstr>B14 - Haben Sie einen Notfallplan, anhand dessen Sie auf einen IT-Sicherheitsvorfall reagieren?  </vt:lpstr>
      <vt:lpstr>Level A (= etwas fortgeschrittener) </vt:lpstr>
      <vt:lpstr>A1 - Überprüfen Sie IT-Systeme in Ihrem Netzwerk auf Sicherheitslücken?   </vt:lpstr>
      <vt:lpstr>A2 - Haben Sie Mechanismen im Einsatz, die bei der Erstellung bzw. dem Erwerb von individuell entwickelter Software deren Sicherheit überprüfen?</vt:lpstr>
      <vt:lpstr>A3 - Führen Sie in Ihrer Systemlandschaft Penetration Tests durch? (Zumindest alle 2 Jahre)</vt:lpstr>
      <vt:lpstr>A4 - Überwachen Sie Ihre Systemlandschaft auf ungewöhnliche Aktivitäten und Anomalien?</vt:lpstr>
      <vt:lpstr>A5 - Haben Sie Whitelisting und Cloud Access Security Broker (CASB) im Einsatz, um die Ausführung nichtautorisierter Prozesse und Anwendungen zu unterbinden?</vt:lpstr>
      <vt:lpstr>A6 - Schützen Sie Identitäten, Zugriffe und Berechtigungen in geeigneter und nachvollziehbarer Weise?</vt:lpstr>
      <vt:lpstr>A7 - Haben Sie Technologie im Einsatz, die Log Files Ihrer Systeme automatisiert korreliert und analysiert?</vt:lpstr>
      <vt:lpstr>A8 - Haben oder nutzen Sie ein Security Operations Team? A9 - Können Sie bei einem schwerwiegenden Sicherheitsvorfall auf  qualifizierte Ressourcen zurückgreifen? A10 - Stellen Sie über ein getestetes Resilienzkonzept oder eine resiliente  Architektur Ihre Betriebskontinuität sicher?       </vt:lpstr>
      <vt:lpstr>A11 - Haben Sie einen Prozess zum Management Ihrer Lieferantenrisiken?</vt:lpstr>
      <vt:lpstr>Darüber hinaus  </vt:lpstr>
      <vt:lpstr>Themen für 2026</vt:lpstr>
      <vt:lpstr>Datensicherungen</vt:lpstr>
      <vt:lpstr>Auf Grund aktueller politischer Gegebenheiten: Können wir eine europäische Schatteninfrastruktur aufbauen, falls US-Dienste abgeschaltet werden? Wo können wir auf europäische Lösungen umsteigen?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Vordefinierte Textebenen</dc:title>
  <dc:creator>Markus Fürnweger</dc:creator>
  <cp:lastModifiedBy>Brühl Jörg</cp:lastModifiedBy>
  <cp:revision>882</cp:revision>
  <cp:lastPrinted>2025-05-08T11:21:45Z</cp:lastPrinted>
  <dcterms:created xsi:type="dcterms:W3CDTF">2023-04-26T15:55:54Z</dcterms:created>
  <dcterms:modified xsi:type="dcterms:W3CDTF">2026-02-09T13:53:37Z</dcterms:modified>
</cp:coreProperties>
</file>